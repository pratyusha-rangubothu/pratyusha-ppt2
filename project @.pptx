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Default Extension="svg" ContentType="image/svg+xml"/>
  <Override PartName="/docMetadata/LabelInfo.xml" ContentType="application/vnd.ms-office.classificationlabels+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authors.xml" ContentType="application/vnd.ms-powerpoint.author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272" r:id="rId5"/>
    <p:sldId id="284" r:id="rId6"/>
    <p:sldId id="262" r:id="rId7"/>
    <p:sldId id="285" r:id="rId8"/>
    <p:sldId id="286" r:id="rId9"/>
    <p:sldId id="287" r:id="rId10"/>
    <p:sldId id="288" r:id="rId11"/>
    <p:sldId id="289" r:id="rId12"/>
    <p:sldId id="290" r:id="rId13"/>
    <p:sldId id="292" r:id="rId14"/>
    <p:sldId id="293" r:id="rId15"/>
    <p:sldId id="295" r:id="rId16"/>
    <p:sldId id="296" r:id="rId17"/>
    <p:sldId id="297" r:id="rId18"/>
    <p:sldId id="298" r:id="rId19"/>
    <p:sldId id="299" r:id="rId20"/>
    <p:sldId id="294" r:id="rId21"/>
    <p:sldId id="2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xmlns=""/>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8C670A-561E-4666-A338-2F15A16913D3}" v="4" dt="2023-10-12T18:05:00.416"/>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5" autoAdjust="0"/>
    <p:restoredTop sz="94782" autoAdjust="0"/>
  </p:normalViewPr>
  <p:slideViewPr>
    <p:cSldViewPr snapToGrid="0">
      <p:cViewPr varScale="1">
        <p:scale>
          <a:sx n="87" d="100"/>
          <a:sy n="87" d="100"/>
        </p:scale>
        <p:origin x="-528" y="-86"/>
      </p:cViewPr>
      <p:guideLst>
        <p:guide orient="horz" pos="528"/>
        <p:guide orient="horz" pos="1272"/>
        <p:guide orient="horz" pos="2312"/>
        <p:guide orient="horz" pos="1944"/>
        <p:guide orient="horz" pos="2328"/>
        <p:guide pos="3864"/>
      </p:guideLst>
    </p:cSldViewPr>
  </p:slideViewPr>
  <p:outlineViewPr>
    <p:cViewPr>
      <p:scale>
        <a:sx n="33" d="100"/>
        <a:sy n="33" d="100"/>
      </p:scale>
      <p:origin x="0" y="0"/>
    </p:cViewPr>
  </p:outlineViewPr>
  <p:notesTextViewPr>
    <p:cViewPr>
      <p:scale>
        <a:sx n="135" d="100"/>
        <a:sy n="135" d="100"/>
      </p:scale>
      <p:origin x="0" y="0"/>
    </p:cViewPr>
  </p:notesTextViewPr>
  <p:sorterViewPr>
    <p:cViewPr>
      <p:scale>
        <a:sx n="100" d="100"/>
        <a:sy n="100" d="100"/>
      </p:scale>
      <p:origin x="0" y="0"/>
    </p:cViewPr>
  </p:sorterViewPr>
  <p:notesViewPr>
    <p:cSldViewPr snapToGrid="0">
      <p:cViewPr varScale="1">
        <p:scale>
          <a:sx n="65" d="100"/>
          <a:sy n="65" d="100"/>
        </p:scale>
        <p:origin x="3082" y="38"/>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lekha Rangubothu" userId="00da8a449619d712" providerId="LiveId" clId="{E18C670A-561E-4666-A338-2F15A16913D3}"/>
    <pc:docChg chg="undo custSel addSld delSld modSld">
      <pc:chgData name="Srilekha Rangubothu" userId="00da8a449619d712" providerId="LiveId" clId="{E18C670A-561E-4666-A338-2F15A16913D3}" dt="2023-10-12T18:10:53.578" v="5474" actId="27636"/>
      <pc:docMkLst>
        <pc:docMk/>
      </pc:docMkLst>
      <pc:sldChg chg="delSp modSp mod">
        <pc:chgData name="Srilekha Rangubothu" userId="00da8a449619d712" providerId="LiveId" clId="{E18C670A-561E-4666-A338-2F15A16913D3}" dt="2023-10-12T17:24:12.633" v="3729" actId="20577"/>
        <pc:sldMkLst>
          <pc:docMk/>
          <pc:sldMk cId="2752853293" sldId="262"/>
        </pc:sldMkLst>
        <pc:spChg chg="del">
          <ac:chgData name="Srilekha Rangubothu" userId="00da8a449619d712" providerId="LiveId" clId="{E18C670A-561E-4666-A338-2F15A16913D3}" dt="2023-10-12T17:24:02.839" v="3711" actId="478"/>
          <ac:spMkLst>
            <pc:docMk/>
            <pc:sldMk cId="2752853293" sldId="262"/>
            <ac:spMk id="4" creationId="{D74CC35A-169D-2E87-6515-5E6B9D8F47EF}"/>
          </ac:spMkLst>
        </pc:spChg>
        <pc:spChg chg="mod">
          <ac:chgData name="Srilekha Rangubothu" userId="00da8a449619d712" providerId="LiveId" clId="{E18C670A-561E-4666-A338-2F15A16913D3}" dt="2023-10-12T17:24:12.633" v="3729" actId="20577"/>
          <ac:spMkLst>
            <pc:docMk/>
            <pc:sldMk cId="2752853293" sldId="262"/>
            <ac:spMk id="6" creationId="{8F9C73CF-CD73-39D0-D208-17D75BEB817B}"/>
          </ac:spMkLst>
        </pc:spChg>
      </pc:sldChg>
      <pc:sldChg chg="modSp del mod">
        <pc:chgData name="Srilekha Rangubothu" userId="00da8a449619d712" providerId="LiveId" clId="{E18C670A-561E-4666-A338-2F15A16913D3}" dt="2023-10-12T15:49:56.503" v="1515" actId="2696"/>
        <pc:sldMkLst>
          <pc:docMk/>
          <pc:sldMk cId="1096717490" sldId="263"/>
        </pc:sldMkLst>
        <pc:spChg chg="mod">
          <ac:chgData name="Srilekha Rangubothu" userId="00da8a449619d712" providerId="LiveId" clId="{E18C670A-561E-4666-A338-2F15A16913D3}" dt="2023-10-12T15:49:51.040" v="1514" actId="20577"/>
          <ac:spMkLst>
            <pc:docMk/>
            <pc:sldMk cId="1096717490" sldId="263"/>
            <ac:spMk id="6" creationId="{A3821A70-915D-F6CA-BBE6-3C606276FB58}"/>
          </ac:spMkLst>
        </pc:spChg>
        <pc:spChg chg="mod">
          <ac:chgData name="Srilekha Rangubothu" userId="00da8a449619d712" providerId="LiveId" clId="{E18C670A-561E-4666-A338-2F15A16913D3}" dt="2023-10-12T15:36:53.136" v="24" actId="1076"/>
          <ac:spMkLst>
            <pc:docMk/>
            <pc:sldMk cId="1096717490" sldId="263"/>
            <ac:spMk id="14" creationId="{F5768EFB-B317-47EA-C969-D365EB136882}"/>
          </ac:spMkLst>
        </pc:spChg>
      </pc:sldChg>
      <pc:sldChg chg="del">
        <pc:chgData name="Srilekha Rangubothu" userId="00da8a449619d712" providerId="LiveId" clId="{E18C670A-561E-4666-A338-2F15A16913D3}" dt="2023-10-12T16:02:39.346" v="1790" actId="2696"/>
        <pc:sldMkLst>
          <pc:docMk/>
          <pc:sldMk cId="327257719" sldId="267"/>
        </pc:sldMkLst>
      </pc:sldChg>
      <pc:sldChg chg="del">
        <pc:chgData name="Srilekha Rangubothu" userId="00da8a449619d712" providerId="LiveId" clId="{E18C670A-561E-4666-A338-2F15A16913D3}" dt="2023-10-12T17:13:13.323" v="2968" actId="2696"/>
        <pc:sldMkLst>
          <pc:docMk/>
          <pc:sldMk cId="2759600390" sldId="268"/>
        </pc:sldMkLst>
      </pc:sldChg>
      <pc:sldChg chg="modSp mod">
        <pc:chgData name="Srilekha Rangubothu" userId="00da8a449619d712" providerId="LiveId" clId="{E18C670A-561E-4666-A338-2F15A16913D3}" dt="2023-10-12T17:38:02.587" v="4259" actId="14"/>
        <pc:sldMkLst>
          <pc:docMk/>
          <pc:sldMk cId="417536504" sldId="272"/>
        </pc:sldMkLst>
        <pc:spChg chg="mod">
          <ac:chgData name="Srilekha Rangubothu" userId="00da8a449619d712" providerId="LiveId" clId="{E18C670A-561E-4666-A338-2F15A16913D3}" dt="2023-10-12T17:38:02.587" v="4259" actId="14"/>
          <ac:spMkLst>
            <pc:docMk/>
            <pc:sldMk cId="417536504" sldId="272"/>
            <ac:spMk id="3" creationId="{CA0D2251-7AFE-1B36-778C-D116EDBB7FDE}"/>
          </ac:spMkLst>
        </pc:spChg>
      </pc:sldChg>
      <pc:sldChg chg="del">
        <pc:chgData name="Srilekha Rangubothu" userId="00da8a449619d712" providerId="LiveId" clId="{E18C670A-561E-4666-A338-2F15A16913D3}" dt="2023-10-12T15:57:05.802" v="1787" actId="2696"/>
        <pc:sldMkLst>
          <pc:docMk/>
          <pc:sldMk cId="2166152729" sldId="273"/>
        </pc:sldMkLst>
      </pc:sldChg>
      <pc:sldChg chg="modSp del mod">
        <pc:chgData name="Srilekha Rangubothu" userId="00da8a449619d712" providerId="LiveId" clId="{E18C670A-561E-4666-A338-2F15A16913D3}" dt="2023-10-12T17:15:01.042" v="3312" actId="2696"/>
        <pc:sldMkLst>
          <pc:docMk/>
          <pc:sldMk cId="3418206844" sldId="280"/>
        </pc:sldMkLst>
        <pc:spChg chg="mod">
          <ac:chgData name="Srilekha Rangubothu" userId="00da8a449619d712" providerId="LiveId" clId="{E18C670A-561E-4666-A338-2F15A16913D3}" dt="2023-10-12T17:14:14.250" v="3311" actId="20577"/>
          <ac:spMkLst>
            <pc:docMk/>
            <pc:sldMk cId="3418206844" sldId="280"/>
            <ac:spMk id="2" creationId="{60ADE49E-7CC1-6704-5852-FAE992A0EEC4}"/>
          </ac:spMkLst>
        </pc:spChg>
        <pc:spChg chg="mod">
          <ac:chgData name="Srilekha Rangubothu" userId="00da8a449619d712" providerId="LiveId" clId="{E18C670A-561E-4666-A338-2F15A16913D3}" dt="2023-10-12T17:13:57.479" v="3000" actId="20577"/>
          <ac:spMkLst>
            <pc:docMk/>
            <pc:sldMk cId="3418206844" sldId="280"/>
            <ac:spMk id="3" creationId="{FA7AB109-D696-F27C-BD95-5BEBCF3AC000}"/>
          </ac:spMkLst>
        </pc:spChg>
      </pc:sldChg>
      <pc:sldChg chg="modSp mod">
        <pc:chgData name="Srilekha Rangubothu" userId="00da8a449619d712" providerId="LiveId" clId="{E18C670A-561E-4666-A338-2F15A16913D3}" dt="2023-10-12T17:21:04.409" v="3536" actId="20577"/>
        <pc:sldMkLst>
          <pc:docMk/>
          <pc:sldMk cId="2577936335" sldId="281"/>
        </pc:sldMkLst>
        <pc:spChg chg="mod">
          <ac:chgData name="Srilekha Rangubothu" userId="00da8a449619d712" providerId="LiveId" clId="{E18C670A-561E-4666-A338-2F15A16913D3}" dt="2023-10-12T17:21:04.409" v="3536" actId="20577"/>
          <ac:spMkLst>
            <pc:docMk/>
            <pc:sldMk cId="2577936335" sldId="281"/>
            <ac:spMk id="3" creationId="{FF07BEBE-18E8-4025-FF6F-EC0130CB4F22}"/>
          </ac:spMkLst>
        </pc:spChg>
      </pc:sldChg>
      <pc:sldChg chg="del">
        <pc:chgData name="Srilekha Rangubothu" userId="00da8a449619d712" providerId="LiveId" clId="{E18C670A-561E-4666-A338-2F15A16913D3}" dt="2023-10-12T17:13:32.265" v="2969" actId="2696"/>
        <pc:sldMkLst>
          <pc:docMk/>
          <pc:sldMk cId="1164941242" sldId="282"/>
        </pc:sldMkLst>
      </pc:sldChg>
      <pc:sldChg chg="modSp mod">
        <pc:chgData name="Srilekha Rangubothu" userId="00da8a449619d712" providerId="LiveId" clId="{E18C670A-561E-4666-A338-2F15A16913D3}" dt="2023-10-12T17:24:25.057" v="3751" actId="20577"/>
        <pc:sldMkLst>
          <pc:docMk/>
          <pc:sldMk cId="482785786" sldId="284"/>
        </pc:sldMkLst>
        <pc:spChg chg="mod">
          <ac:chgData name="Srilekha Rangubothu" userId="00da8a449619d712" providerId="LiveId" clId="{E18C670A-561E-4666-A338-2F15A16913D3}" dt="2023-10-12T17:24:20.691" v="3733" actId="20577"/>
          <ac:spMkLst>
            <pc:docMk/>
            <pc:sldMk cId="482785786" sldId="284"/>
            <ac:spMk id="5" creationId="{E38A3C2C-C225-4E0F-2DEB-D68788C480FE}"/>
          </ac:spMkLst>
        </pc:spChg>
        <pc:spChg chg="mod">
          <ac:chgData name="Srilekha Rangubothu" userId="00da8a449619d712" providerId="LiveId" clId="{E18C670A-561E-4666-A338-2F15A16913D3}" dt="2023-10-12T17:24:25.057" v="3751" actId="20577"/>
          <ac:spMkLst>
            <pc:docMk/>
            <pc:sldMk cId="482785786" sldId="284"/>
            <ac:spMk id="6" creationId="{CEE6D9E5-41B1-EC71-4B8E-F8A71EC934C3}"/>
          </ac:spMkLst>
        </pc:spChg>
      </pc:sldChg>
      <pc:sldChg chg="addSp delSp modSp new mod">
        <pc:chgData name="Srilekha Rangubothu" userId="00da8a449619d712" providerId="LiveId" clId="{E18C670A-561E-4666-A338-2F15A16913D3}" dt="2023-10-12T18:05:28.124" v="5012" actId="14100"/>
        <pc:sldMkLst>
          <pc:docMk/>
          <pc:sldMk cId="1681890385" sldId="285"/>
        </pc:sldMkLst>
        <pc:spChg chg="mod">
          <ac:chgData name="Srilekha Rangubothu" userId="00da8a449619d712" providerId="LiveId" clId="{E18C670A-561E-4666-A338-2F15A16913D3}" dt="2023-10-12T15:50:23.419" v="1542" actId="20577"/>
          <ac:spMkLst>
            <pc:docMk/>
            <pc:sldMk cId="1681890385" sldId="285"/>
            <ac:spMk id="2" creationId="{AEFA2EB3-99E2-3806-BC5C-50DDFE922F37}"/>
          </ac:spMkLst>
        </pc:spChg>
        <pc:spChg chg="mod">
          <ac:chgData name="Srilekha Rangubothu" userId="00da8a449619d712" providerId="LiveId" clId="{E18C670A-561E-4666-A338-2F15A16913D3}" dt="2023-10-12T15:56:05.531" v="1786" actId="20577"/>
          <ac:spMkLst>
            <pc:docMk/>
            <pc:sldMk cId="1681890385" sldId="285"/>
            <ac:spMk id="3" creationId="{5138C45E-D90D-766C-2FE1-670058EC793E}"/>
          </ac:spMkLst>
        </pc:spChg>
        <pc:spChg chg="del mod">
          <ac:chgData name="Srilekha Rangubothu" userId="00da8a449619d712" providerId="LiveId" clId="{E18C670A-561E-4666-A338-2F15A16913D3}" dt="2023-10-12T17:38:22.925" v="4260" actId="478"/>
          <ac:spMkLst>
            <pc:docMk/>
            <pc:sldMk cId="1681890385" sldId="285"/>
            <ac:spMk id="4" creationId="{EAE7BDE8-0624-A481-1F98-9E9202B7C4F5}"/>
          </ac:spMkLst>
        </pc:spChg>
        <pc:spChg chg="del mod">
          <ac:chgData name="Srilekha Rangubothu" userId="00da8a449619d712" providerId="LiveId" clId="{E18C670A-561E-4666-A338-2F15A16913D3}" dt="2023-10-12T17:23:54.232" v="3710" actId="478"/>
          <ac:spMkLst>
            <pc:docMk/>
            <pc:sldMk cId="1681890385" sldId="285"/>
            <ac:spMk id="5" creationId="{9D20B889-AB1C-60B2-1086-A3191CF01A7D}"/>
          </ac:spMkLst>
        </pc:spChg>
        <pc:spChg chg="add del mod">
          <ac:chgData name="Srilekha Rangubothu" userId="00da8a449619d712" providerId="LiveId" clId="{E18C670A-561E-4666-A338-2F15A16913D3}" dt="2023-10-12T15:54:44.077" v="1703" actId="21"/>
          <ac:spMkLst>
            <pc:docMk/>
            <pc:sldMk cId="1681890385" sldId="285"/>
            <ac:spMk id="8" creationId="{13601108-0FA7-48AA-B453-D4E9F905A0DD}"/>
          </ac:spMkLst>
        </pc:spChg>
        <pc:picChg chg="add mod">
          <ac:chgData name="Srilekha Rangubothu" userId="00da8a449619d712" providerId="LiveId" clId="{E18C670A-561E-4666-A338-2F15A16913D3}" dt="2023-10-12T18:05:28.124" v="5012" actId="14100"/>
          <ac:picMkLst>
            <pc:docMk/>
            <pc:sldMk cId="1681890385" sldId="285"/>
            <ac:picMk id="10" creationId="{503479D0-1576-172B-AF78-1C462EADE020}"/>
          </ac:picMkLst>
        </pc:picChg>
      </pc:sldChg>
      <pc:sldChg chg="delSp modSp new mod">
        <pc:chgData name="Srilekha Rangubothu" userId="00da8a449619d712" providerId="LiveId" clId="{E18C670A-561E-4666-A338-2F15A16913D3}" dt="2023-10-12T17:38:40.241" v="4261" actId="21"/>
        <pc:sldMkLst>
          <pc:docMk/>
          <pc:sldMk cId="2501469750" sldId="286"/>
        </pc:sldMkLst>
        <pc:spChg chg="del">
          <ac:chgData name="Srilekha Rangubothu" userId="00da8a449619d712" providerId="LiveId" clId="{E18C670A-561E-4666-A338-2F15A16913D3}" dt="2023-10-12T17:38:40.241" v="4261" actId="21"/>
          <ac:spMkLst>
            <pc:docMk/>
            <pc:sldMk cId="2501469750" sldId="286"/>
            <ac:spMk id="2" creationId="{8211356A-648F-6A5F-CF97-4AA824875166}"/>
          </ac:spMkLst>
        </pc:spChg>
        <pc:spChg chg="mod">
          <ac:chgData name="Srilekha Rangubothu" userId="00da8a449619d712" providerId="LiveId" clId="{E18C670A-561E-4666-A338-2F15A16913D3}" dt="2023-10-12T15:58:47.147" v="1788"/>
          <ac:spMkLst>
            <pc:docMk/>
            <pc:sldMk cId="2501469750" sldId="286"/>
            <ac:spMk id="3" creationId="{8E6BB673-1C81-9347-F342-2EFEF46A677C}"/>
          </ac:spMkLst>
        </pc:spChg>
        <pc:spChg chg="mod">
          <ac:chgData name="Srilekha Rangubothu" userId="00da8a449619d712" providerId="LiveId" clId="{E18C670A-561E-4666-A338-2F15A16913D3}" dt="2023-10-12T17:23:32.885" v="3671" actId="20577"/>
          <ac:spMkLst>
            <pc:docMk/>
            <pc:sldMk cId="2501469750" sldId="286"/>
            <ac:spMk id="4" creationId="{C4F2F634-CC84-A257-BC09-E516FED86D29}"/>
          </ac:spMkLst>
        </pc:spChg>
        <pc:spChg chg="mod">
          <ac:chgData name="Srilekha Rangubothu" userId="00da8a449619d712" providerId="LiveId" clId="{E18C670A-561E-4666-A338-2F15A16913D3}" dt="2023-10-12T17:23:38.229" v="3689" actId="20577"/>
          <ac:spMkLst>
            <pc:docMk/>
            <pc:sldMk cId="2501469750" sldId="286"/>
            <ac:spMk id="5" creationId="{9E7FE324-0714-D7CE-6167-EEBA37E92A55}"/>
          </ac:spMkLst>
        </pc:spChg>
      </pc:sldChg>
      <pc:sldChg chg="modSp new mod">
        <pc:chgData name="Srilekha Rangubothu" userId="00da8a449619d712" providerId="LiveId" clId="{E18C670A-561E-4666-A338-2F15A16913D3}" dt="2023-10-12T18:10:14.479" v="5138" actId="5793"/>
        <pc:sldMkLst>
          <pc:docMk/>
          <pc:sldMk cId="499817136" sldId="287"/>
        </pc:sldMkLst>
        <pc:spChg chg="mod">
          <ac:chgData name="Srilekha Rangubothu" userId="00da8a449619d712" providerId="LiveId" clId="{E18C670A-561E-4666-A338-2F15A16913D3}" dt="2023-10-12T16:03:12.180" v="1818" actId="20577"/>
          <ac:spMkLst>
            <pc:docMk/>
            <pc:sldMk cId="499817136" sldId="287"/>
            <ac:spMk id="2" creationId="{587A9EB5-18D2-F2B7-57AA-3802AEC27110}"/>
          </ac:spMkLst>
        </pc:spChg>
        <pc:spChg chg="mod">
          <ac:chgData name="Srilekha Rangubothu" userId="00da8a449619d712" providerId="LiveId" clId="{E18C670A-561E-4666-A338-2F15A16913D3}" dt="2023-10-12T18:10:14.479" v="5138" actId="5793"/>
          <ac:spMkLst>
            <pc:docMk/>
            <pc:sldMk cId="499817136" sldId="287"/>
            <ac:spMk id="3" creationId="{592CDB6B-3BE8-4471-6523-7896FED97FA8}"/>
          </ac:spMkLst>
        </pc:spChg>
        <pc:spChg chg="mod">
          <ac:chgData name="Srilekha Rangubothu" userId="00da8a449619d712" providerId="LiveId" clId="{E18C670A-561E-4666-A338-2F15A16913D3}" dt="2023-10-12T17:23:17.930" v="3649" actId="20577"/>
          <ac:spMkLst>
            <pc:docMk/>
            <pc:sldMk cId="499817136" sldId="287"/>
            <ac:spMk id="4" creationId="{B7CC6F7F-F0AB-2984-5847-39CF4BFB6D70}"/>
          </ac:spMkLst>
        </pc:spChg>
        <pc:spChg chg="mod">
          <ac:chgData name="Srilekha Rangubothu" userId="00da8a449619d712" providerId="LiveId" clId="{E18C670A-561E-4666-A338-2F15A16913D3}" dt="2023-10-12T17:23:23.475" v="3667" actId="20577"/>
          <ac:spMkLst>
            <pc:docMk/>
            <pc:sldMk cId="499817136" sldId="287"/>
            <ac:spMk id="5" creationId="{A8A257EE-5169-A700-D2A2-FBA2371CC257}"/>
          </ac:spMkLst>
        </pc:spChg>
      </pc:sldChg>
      <pc:sldChg chg="delSp modSp new mod">
        <pc:chgData name="Srilekha Rangubothu" userId="00da8a449619d712" providerId="LiveId" clId="{E18C670A-561E-4666-A338-2F15A16913D3}" dt="2023-10-12T17:40:02.147" v="5004" actId="21"/>
        <pc:sldMkLst>
          <pc:docMk/>
          <pc:sldMk cId="1016443409" sldId="288"/>
        </pc:sldMkLst>
        <pc:spChg chg="mod">
          <ac:chgData name="Srilekha Rangubothu" userId="00da8a449619d712" providerId="LiveId" clId="{E18C670A-561E-4666-A338-2F15A16913D3}" dt="2023-10-12T16:08:46.983" v="1868" actId="20577"/>
          <ac:spMkLst>
            <pc:docMk/>
            <pc:sldMk cId="1016443409" sldId="288"/>
            <ac:spMk id="2" creationId="{8E327807-3D78-3B51-26D1-10FA006E96DA}"/>
          </ac:spMkLst>
        </pc:spChg>
        <pc:spChg chg="mod">
          <ac:chgData name="Srilekha Rangubothu" userId="00da8a449619d712" providerId="LiveId" clId="{E18C670A-561E-4666-A338-2F15A16913D3}" dt="2023-10-12T17:39:42.884" v="5002" actId="20577"/>
          <ac:spMkLst>
            <pc:docMk/>
            <pc:sldMk cId="1016443409" sldId="288"/>
            <ac:spMk id="3" creationId="{9E99A20E-5737-C83F-827A-48AFEBAB6CF1}"/>
          </ac:spMkLst>
        </pc:spChg>
        <pc:spChg chg="del mod">
          <ac:chgData name="Srilekha Rangubothu" userId="00da8a449619d712" providerId="LiveId" clId="{E18C670A-561E-4666-A338-2F15A16913D3}" dt="2023-10-12T17:39:55.177" v="5003" actId="21"/>
          <ac:spMkLst>
            <pc:docMk/>
            <pc:sldMk cId="1016443409" sldId="288"/>
            <ac:spMk id="4" creationId="{E65A56D8-55F1-808D-521C-BD928C57462A}"/>
          </ac:spMkLst>
        </pc:spChg>
        <pc:spChg chg="del mod">
          <ac:chgData name="Srilekha Rangubothu" userId="00da8a449619d712" providerId="LiveId" clId="{E18C670A-561E-4666-A338-2F15A16913D3}" dt="2023-10-12T17:40:02.147" v="5004" actId="21"/>
          <ac:spMkLst>
            <pc:docMk/>
            <pc:sldMk cId="1016443409" sldId="288"/>
            <ac:spMk id="5" creationId="{0F535555-4CAA-98BF-7662-6AC0B5D23D98}"/>
          </ac:spMkLst>
        </pc:spChg>
      </pc:sldChg>
      <pc:sldChg chg="delSp modSp new mod">
        <pc:chgData name="Srilekha Rangubothu" userId="00da8a449619d712" providerId="LiveId" clId="{E18C670A-561E-4666-A338-2F15A16913D3}" dt="2023-10-12T18:10:53.578" v="5474" actId="27636"/>
        <pc:sldMkLst>
          <pc:docMk/>
          <pc:sldMk cId="648930497" sldId="289"/>
        </pc:sldMkLst>
        <pc:spChg chg="mod">
          <ac:chgData name="Srilekha Rangubothu" userId="00da8a449619d712" providerId="LiveId" clId="{E18C670A-561E-4666-A338-2F15A16913D3}" dt="2023-10-12T16:16:10.229" v="1919" actId="20577"/>
          <ac:spMkLst>
            <pc:docMk/>
            <pc:sldMk cId="648930497" sldId="289"/>
            <ac:spMk id="2" creationId="{2C018A23-A764-E79A-EA53-71A307C90CE2}"/>
          </ac:spMkLst>
        </pc:spChg>
        <pc:spChg chg="mod">
          <ac:chgData name="Srilekha Rangubothu" userId="00da8a449619d712" providerId="LiveId" clId="{E18C670A-561E-4666-A338-2F15A16913D3}" dt="2023-10-12T18:10:53.578" v="5474" actId="27636"/>
          <ac:spMkLst>
            <pc:docMk/>
            <pc:sldMk cId="648930497" sldId="289"/>
            <ac:spMk id="3" creationId="{03FD8244-C92D-6A36-9A4E-B436C6F3FC76}"/>
          </ac:spMkLst>
        </pc:spChg>
        <pc:spChg chg="del">
          <ac:chgData name="Srilekha Rangubothu" userId="00da8a449619d712" providerId="LiveId" clId="{E18C670A-561E-4666-A338-2F15A16913D3}" dt="2023-10-12T17:22:54.082" v="3622" actId="478"/>
          <ac:spMkLst>
            <pc:docMk/>
            <pc:sldMk cId="648930497" sldId="289"/>
            <ac:spMk id="4" creationId="{628B297D-AEF9-0BED-C44D-033A58DD0189}"/>
          </ac:spMkLst>
        </pc:spChg>
        <pc:spChg chg="del">
          <ac:chgData name="Srilekha Rangubothu" userId="00da8a449619d712" providerId="LiveId" clId="{E18C670A-561E-4666-A338-2F15A16913D3}" dt="2023-10-12T17:22:57.504" v="3623" actId="478"/>
          <ac:spMkLst>
            <pc:docMk/>
            <pc:sldMk cId="648930497" sldId="289"/>
            <ac:spMk id="5" creationId="{584697A2-C1A3-9C5B-9991-D89D885422CF}"/>
          </ac:spMkLst>
        </pc:spChg>
      </pc:sldChg>
      <pc:sldChg chg="addSp delSp modSp new mod">
        <pc:chgData name="Srilekha Rangubothu" userId="00da8a449619d712" providerId="LiveId" clId="{E18C670A-561E-4666-A338-2F15A16913D3}" dt="2023-10-12T17:40:37.301" v="5006" actId="21"/>
        <pc:sldMkLst>
          <pc:docMk/>
          <pc:sldMk cId="3568622168" sldId="290"/>
        </pc:sldMkLst>
        <pc:spChg chg="mod">
          <ac:chgData name="Srilekha Rangubothu" userId="00da8a449619d712" providerId="LiveId" clId="{E18C670A-561E-4666-A338-2F15A16913D3}" dt="2023-10-12T16:20:05.546" v="2156" actId="20577"/>
          <ac:spMkLst>
            <pc:docMk/>
            <pc:sldMk cId="3568622168" sldId="290"/>
            <ac:spMk id="2" creationId="{80116F55-E83C-1737-3B17-4AA1553122DD}"/>
          </ac:spMkLst>
        </pc:spChg>
        <pc:spChg chg="mod">
          <ac:chgData name="Srilekha Rangubothu" userId="00da8a449619d712" providerId="LiveId" clId="{E18C670A-561E-4666-A338-2F15A16913D3}" dt="2023-10-12T16:48:04.567" v="2442" actId="5793"/>
          <ac:spMkLst>
            <pc:docMk/>
            <pc:sldMk cId="3568622168" sldId="290"/>
            <ac:spMk id="3" creationId="{26A2CB9A-71E0-E5A1-D318-4A15C31A6AAD}"/>
          </ac:spMkLst>
        </pc:spChg>
        <pc:spChg chg="del mod">
          <ac:chgData name="Srilekha Rangubothu" userId="00da8a449619d712" providerId="LiveId" clId="{E18C670A-561E-4666-A338-2F15A16913D3}" dt="2023-10-12T17:40:30.150" v="5005" actId="21"/>
          <ac:spMkLst>
            <pc:docMk/>
            <pc:sldMk cId="3568622168" sldId="290"/>
            <ac:spMk id="4" creationId="{36040CA7-3578-673A-BCE3-47769DE38EDD}"/>
          </ac:spMkLst>
        </pc:spChg>
        <pc:spChg chg="del mod">
          <ac:chgData name="Srilekha Rangubothu" userId="00da8a449619d712" providerId="LiveId" clId="{E18C670A-561E-4666-A338-2F15A16913D3}" dt="2023-10-12T17:40:37.301" v="5006" actId="21"/>
          <ac:spMkLst>
            <pc:docMk/>
            <pc:sldMk cId="3568622168" sldId="290"/>
            <ac:spMk id="5" creationId="{D64E740A-19E5-8883-096B-2150D5892DB4}"/>
          </ac:spMkLst>
        </pc:spChg>
        <pc:picChg chg="add mod">
          <ac:chgData name="Srilekha Rangubothu" userId="00da8a449619d712" providerId="LiveId" clId="{E18C670A-561E-4666-A338-2F15A16913D3}" dt="2023-10-12T16:48:44.121" v="2448" actId="14100"/>
          <ac:picMkLst>
            <pc:docMk/>
            <pc:sldMk cId="3568622168" sldId="290"/>
            <ac:picMk id="8" creationId="{1EE9123F-ED83-B0DB-AD18-2EF0ABF9E354}"/>
          </ac:picMkLst>
        </pc:picChg>
      </pc:sldChg>
      <pc:sldChg chg="addSp delSp modSp new del mod">
        <pc:chgData name="Srilekha Rangubothu" userId="00da8a449619d712" providerId="LiveId" clId="{E18C670A-561E-4666-A338-2F15A16913D3}" dt="2023-10-12T16:48:53.223" v="2449" actId="2696"/>
        <pc:sldMkLst>
          <pc:docMk/>
          <pc:sldMk cId="2369290672" sldId="291"/>
        </pc:sldMkLst>
        <pc:spChg chg="del">
          <ac:chgData name="Srilekha Rangubothu" userId="00da8a449619d712" providerId="LiveId" clId="{E18C670A-561E-4666-A338-2F15A16913D3}" dt="2023-10-12T16:39:46.744" v="2170" actId="478"/>
          <ac:spMkLst>
            <pc:docMk/>
            <pc:sldMk cId="2369290672" sldId="291"/>
            <ac:spMk id="2" creationId="{D9A4DD50-DB1A-E480-5079-7B414DFD6BF0}"/>
          </ac:spMkLst>
        </pc:spChg>
        <pc:spChg chg="del">
          <ac:chgData name="Srilekha Rangubothu" userId="00da8a449619d712" providerId="LiveId" clId="{E18C670A-561E-4666-A338-2F15A16913D3}" dt="2023-10-12T16:39:25.667" v="2169" actId="931"/>
          <ac:spMkLst>
            <pc:docMk/>
            <pc:sldMk cId="2369290672" sldId="291"/>
            <ac:spMk id="3" creationId="{D8C5F584-D142-17EB-DC98-7ED90246A12E}"/>
          </ac:spMkLst>
        </pc:spChg>
        <pc:picChg chg="add mod">
          <ac:chgData name="Srilekha Rangubothu" userId="00da8a449619d712" providerId="LiveId" clId="{E18C670A-561E-4666-A338-2F15A16913D3}" dt="2023-10-12T16:39:25.667" v="2169" actId="931"/>
          <ac:picMkLst>
            <pc:docMk/>
            <pc:sldMk cId="2369290672" sldId="291"/>
            <ac:picMk id="8" creationId="{57105B52-93F2-E703-47C1-D1B8980CF60D}"/>
          </ac:picMkLst>
        </pc:picChg>
      </pc:sldChg>
      <pc:sldChg chg="modSp new del mod">
        <pc:chgData name="Srilekha Rangubothu" userId="00da8a449619d712" providerId="LiveId" clId="{E18C670A-561E-4666-A338-2F15A16913D3}" dt="2023-10-12T16:30:56.190" v="2167" actId="2696"/>
        <pc:sldMkLst>
          <pc:docMk/>
          <pc:sldMk cId="585844282" sldId="292"/>
        </pc:sldMkLst>
        <pc:spChg chg="mod">
          <ac:chgData name="Srilekha Rangubothu" userId="00da8a449619d712" providerId="LiveId" clId="{E18C670A-561E-4666-A338-2F15A16913D3}" dt="2023-10-12T16:30:41.124" v="2166" actId="27636"/>
          <ac:spMkLst>
            <pc:docMk/>
            <pc:sldMk cId="585844282" sldId="292"/>
            <ac:spMk id="3" creationId="{23E9782F-D167-1D51-CC10-55F81CC68FDA}"/>
          </ac:spMkLst>
        </pc:spChg>
      </pc:sldChg>
      <pc:sldChg chg="modSp new mod">
        <pc:chgData name="Srilekha Rangubothu" userId="00da8a449619d712" providerId="LiveId" clId="{E18C670A-561E-4666-A338-2F15A16913D3}" dt="2023-10-12T17:21:55.340" v="3599" actId="20577"/>
        <pc:sldMkLst>
          <pc:docMk/>
          <pc:sldMk cId="1436811639" sldId="292"/>
        </pc:sldMkLst>
        <pc:spChg chg="mod">
          <ac:chgData name="Srilekha Rangubothu" userId="00da8a449619d712" providerId="LiveId" clId="{E18C670A-561E-4666-A338-2F15A16913D3}" dt="2023-10-12T16:50:22.520" v="2481" actId="20577"/>
          <ac:spMkLst>
            <pc:docMk/>
            <pc:sldMk cId="1436811639" sldId="292"/>
            <ac:spMk id="2" creationId="{5620A206-DF17-979F-6CC2-76DF43339BBF}"/>
          </ac:spMkLst>
        </pc:spChg>
        <pc:spChg chg="mod">
          <ac:chgData name="Srilekha Rangubothu" userId="00da8a449619d712" providerId="LiveId" clId="{E18C670A-561E-4666-A338-2F15A16913D3}" dt="2023-10-12T16:54:05.273" v="2664" actId="20577"/>
          <ac:spMkLst>
            <pc:docMk/>
            <pc:sldMk cId="1436811639" sldId="292"/>
            <ac:spMk id="3" creationId="{87C0EA94-41D5-BB28-5F41-AE31DBA44EB8}"/>
          </ac:spMkLst>
        </pc:spChg>
        <pc:spChg chg="mod">
          <ac:chgData name="Srilekha Rangubothu" userId="00da8a449619d712" providerId="LiveId" clId="{E18C670A-561E-4666-A338-2F15A16913D3}" dt="2023-10-12T17:21:49.831" v="3581" actId="20577"/>
          <ac:spMkLst>
            <pc:docMk/>
            <pc:sldMk cId="1436811639" sldId="292"/>
            <ac:spMk id="4" creationId="{6A49D620-928F-0247-85A8-6655026B7EFB}"/>
          </ac:spMkLst>
        </pc:spChg>
        <pc:spChg chg="mod">
          <ac:chgData name="Srilekha Rangubothu" userId="00da8a449619d712" providerId="LiveId" clId="{E18C670A-561E-4666-A338-2F15A16913D3}" dt="2023-10-12T17:21:55.340" v="3599" actId="20577"/>
          <ac:spMkLst>
            <pc:docMk/>
            <pc:sldMk cId="1436811639" sldId="292"/>
            <ac:spMk id="5" creationId="{ECE9615E-6CAC-6AF4-24AC-96B4D8A36AD8}"/>
          </ac:spMkLst>
        </pc:spChg>
      </pc:sldChg>
      <pc:sldChg chg="modSp new mod">
        <pc:chgData name="Srilekha Rangubothu" userId="00da8a449619d712" providerId="LiveId" clId="{E18C670A-561E-4666-A338-2F15A16913D3}" dt="2023-10-12T17:21:39.936" v="3577" actId="20577"/>
        <pc:sldMkLst>
          <pc:docMk/>
          <pc:sldMk cId="1094045238" sldId="293"/>
        </pc:sldMkLst>
        <pc:spChg chg="mod">
          <ac:chgData name="Srilekha Rangubothu" userId="00da8a449619d712" providerId="LiveId" clId="{E18C670A-561E-4666-A338-2F15A16913D3}" dt="2023-10-12T16:59:03.310" v="2707" actId="20577"/>
          <ac:spMkLst>
            <pc:docMk/>
            <pc:sldMk cId="1094045238" sldId="293"/>
            <ac:spMk id="2" creationId="{CA431D5F-FF6D-F4FA-748D-4EFF32FC4D31}"/>
          </ac:spMkLst>
        </pc:spChg>
        <pc:spChg chg="mod">
          <ac:chgData name="Srilekha Rangubothu" userId="00da8a449619d712" providerId="LiveId" clId="{E18C670A-561E-4666-A338-2F15A16913D3}" dt="2023-10-12T17:09:09.138" v="2935" actId="12"/>
          <ac:spMkLst>
            <pc:docMk/>
            <pc:sldMk cId="1094045238" sldId="293"/>
            <ac:spMk id="3" creationId="{F5A0A68A-3BD7-C6D8-D47C-DBBE0E83C131}"/>
          </ac:spMkLst>
        </pc:spChg>
        <pc:spChg chg="mod">
          <ac:chgData name="Srilekha Rangubothu" userId="00da8a449619d712" providerId="LiveId" clId="{E18C670A-561E-4666-A338-2F15A16913D3}" dt="2023-10-12T17:21:33.739" v="3559" actId="20577"/>
          <ac:spMkLst>
            <pc:docMk/>
            <pc:sldMk cId="1094045238" sldId="293"/>
            <ac:spMk id="4" creationId="{BAE9ADAA-7638-5CD4-9A4F-DC5C516FAF7A}"/>
          </ac:spMkLst>
        </pc:spChg>
        <pc:spChg chg="mod">
          <ac:chgData name="Srilekha Rangubothu" userId="00da8a449619d712" providerId="LiveId" clId="{E18C670A-561E-4666-A338-2F15A16913D3}" dt="2023-10-12T17:21:39.936" v="3577" actId="20577"/>
          <ac:spMkLst>
            <pc:docMk/>
            <pc:sldMk cId="1094045238" sldId="293"/>
            <ac:spMk id="5" creationId="{6BA35304-ACF9-225E-2816-236E96AD41DC}"/>
          </ac:spMkLst>
        </pc:spChg>
      </pc:sldChg>
      <pc:sldChg chg="delSp modSp new mod">
        <pc:chgData name="Srilekha Rangubothu" userId="00da8a449619d712" providerId="LiveId" clId="{E18C670A-561E-4666-A338-2F15A16913D3}" dt="2023-10-12T17:21:20.731" v="3555" actId="20577"/>
        <pc:sldMkLst>
          <pc:docMk/>
          <pc:sldMk cId="2668772083" sldId="294"/>
        </pc:sldMkLst>
        <pc:spChg chg="mod">
          <ac:chgData name="Srilekha Rangubothu" userId="00da8a449619d712" providerId="LiveId" clId="{E18C670A-561E-4666-A338-2F15A16913D3}" dt="2023-10-12T17:19:23.762" v="3371" actId="20577"/>
          <ac:spMkLst>
            <pc:docMk/>
            <pc:sldMk cId="2668772083" sldId="294"/>
            <ac:spMk id="2" creationId="{357A6D9F-C491-38E4-2FB1-28BF30249494}"/>
          </ac:spMkLst>
        </pc:spChg>
        <pc:spChg chg="mod">
          <ac:chgData name="Srilekha Rangubothu" userId="00da8a449619d712" providerId="LiveId" clId="{E18C670A-561E-4666-A338-2F15A16913D3}" dt="2023-10-12T17:20:27.580" v="3486" actId="20577"/>
          <ac:spMkLst>
            <pc:docMk/>
            <pc:sldMk cId="2668772083" sldId="294"/>
            <ac:spMk id="3" creationId="{71C96475-5B2D-EE8F-19C8-149DA7580948}"/>
          </ac:spMkLst>
        </pc:spChg>
        <pc:spChg chg="del">
          <ac:chgData name="Srilekha Rangubothu" userId="00da8a449619d712" providerId="LiveId" clId="{E18C670A-561E-4666-A338-2F15A16913D3}" dt="2023-10-12T17:21:13.566" v="3537" actId="478"/>
          <ac:spMkLst>
            <pc:docMk/>
            <pc:sldMk cId="2668772083" sldId="294"/>
            <ac:spMk id="4" creationId="{BB2D1266-E728-242A-AD4A-4F07AB61599E}"/>
          </ac:spMkLst>
        </pc:spChg>
        <pc:spChg chg="mod">
          <ac:chgData name="Srilekha Rangubothu" userId="00da8a449619d712" providerId="LiveId" clId="{E18C670A-561E-4666-A338-2F15A16913D3}" dt="2023-10-12T17:21:20.731" v="3555" actId="20577"/>
          <ac:spMkLst>
            <pc:docMk/>
            <pc:sldMk cId="2668772083" sldId="294"/>
            <ac:spMk id="5" creationId="{1FD6318C-8FAD-FC86-F4AD-F529D7C10DE1}"/>
          </ac:spMkLst>
        </pc:spChg>
      </pc:sldChg>
      <pc:sldChg chg="modSp new del mod">
        <pc:chgData name="Srilekha Rangubothu" userId="00da8a449619d712" providerId="LiveId" clId="{E18C670A-561E-4666-A338-2F15A16913D3}" dt="2023-10-12T17:13:05.488" v="2967" actId="2696"/>
        <pc:sldMkLst>
          <pc:docMk/>
          <pc:sldMk cId="741440096" sldId="295"/>
        </pc:sldMkLst>
        <pc:spChg chg="mod">
          <ac:chgData name="Srilekha Rangubothu" userId="00da8a449619d712" providerId="LiveId" clId="{E18C670A-561E-4666-A338-2F15A16913D3}" dt="2023-10-12T17:11:58.831" v="2962" actId="20577"/>
          <ac:spMkLst>
            <pc:docMk/>
            <pc:sldMk cId="741440096" sldId="295"/>
            <ac:spMk id="2" creationId="{275A34F0-DAB3-955A-758B-FDCC3898A3F0}"/>
          </ac:spMkLst>
        </pc:spChg>
        <pc:spChg chg="mod">
          <ac:chgData name="Srilekha Rangubothu" userId="00da8a449619d712" providerId="LiveId" clId="{E18C670A-561E-4666-A338-2F15A16913D3}" dt="2023-10-12T17:12:33.654" v="2966" actId="27636"/>
          <ac:spMkLst>
            <pc:docMk/>
            <pc:sldMk cId="741440096" sldId="295"/>
            <ac:spMk id="4" creationId="{E9755FBD-F657-8840-149B-3C9A0287EE2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pPr/>
              <a:t>10/13/2023</a:t>
            </a:fld>
            <a:endParaRPr lang="en-US" dirty="0"/>
          </a:p>
        </p:txBody>
      </p:sp>
      <p:sp>
        <p:nvSpPr>
          <p:cNvPr id="4" name="Footer Placeholder 3">
            <a:extLst>
              <a:ext uri="{FF2B5EF4-FFF2-40B4-BE49-F238E27FC236}">
                <a16:creationId xmlns:a16="http://schemas.microsoft.com/office/drawing/2014/main" xmlns=""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pPr/>
              <a:t>‹#›</a:t>
            </a:fld>
            <a:endParaRPr lang="en-US" dirty="0"/>
          </a:p>
        </p:txBody>
      </p:sp>
    </p:spTree>
    <p:extLst>
      <p:ext uri="{BB962C8B-B14F-4D97-AF65-F5344CB8AC3E}">
        <p14:creationId xmlns:p14="http://schemas.microsoft.com/office/powerpoint/2010/main" xmlns=""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pPr/>
              <a:t>10/13/2023</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pPr/>
              <a:t>‹#›</a:t>
            </a:fld>
            <a:endParaRPr lang="en-US" noProof="0" dirty="0"/>
          </a:p>
        </p:txBody>
      </p:sp>
    </p:spTree>
    <p:extLst>
      <p:ext uri="{BB962C8B-B14F-4D97-AF65-F5344CB8AC3E}">
        <p14:creationId xmlns:p14="http://schemas.microsoft.com/office/powerpoint/2010/main" xmlns=""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pPr/>
              <a:t>1</a:t>
            </a:fld>
            <a:endParaRPr lang="en-US" noProof="0" dirty="0"/>
          </a:p>
        </p:txBody>
      </p:sp>
    </p:spTree>
    <p:extLst>
      <p:ext uri="{BB962C8B-B14F-4D97-AF65-F5344CB8AC3E}">
        <p14:creationId xmlns:p14="http://schemas.microsoft.com/office/powerpoint/2010/main" xmlns="" val="3433321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xmlns="" id="{4D792B1F-855B-FC83-1023-94C0976E9848}"/>
              </a:ext>
              <a:ext uri="{C183D7F6-B498-43B3-948B-1728B52AA6E4}">
                <adec:decorative xmlns:adec="http://schemas.microsoft.com/office/drawing/2017/decorative" xmlns=""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xmlns="" id="{EF359D7C-AC03-77FE-CA1D-B96B46B08D16}"/>
              </a:ext>
              <a:ext uri="{C183D7F6-B498-43B3-948B-1728B52AA6E4}">
                <adec:decorative xmlns:adec="http://schemas.microsoft.com/office/drawing/2017/decorative" xmlns=""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xmlns="" id="{C9AA487F-3729-4692-1A21-35558A2D840B}"/>
              </a:ext>
              <a:ext uri="{C183D7F6-B498-43B3-948B-1728B52AA6E4}">
                <adec:decorative xmlns:adec="http://schemas.microsoft.com/office/drawing/2017/decorative" xmlns=""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xmlns="" id="{84B8E19A-569B-855B-EBF8-C02F2998ABC8}"/>
              </a:ext>
              <a:ext uri="{C183D7F6-B498-43B3-948B-1728B52AA6E4}">
                <adec:decorative xmlns:adec="http://schemas.microsoft.com/office/drawing/2017/decorative" xmlns=""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xmlns="" id="{C9EEA626-63D9-B376-D5C7-F7B224767D92}"/>
              </a:ext>
            </a:extLst>
          </p:cNvPr>
          <p:cNvSpPr>
            <a:spLocks noGrp="1"/>
          </p:cNvSpPr>
          <p:nvPr>
            <p:ph type="ctrTitle" hasCustomPrompt="1"/>
          </p:nvPr>
        </p:nvSpPr>
        <p:spPr>
          <a:xfrm>
            <a:off x="1524000" y="124287"/>
            <a:ext cx="9144000" cy="3385676"/>
          </a:xfrm>
        </p:spPr>
        <p:txBody>
          <a:bodyPr anchor="b"/>
          <a:lstStyle>
            <a:lvl1pPr algn="ctr">
              <a:defRPr sz="6000"/>
            </a:lvl1pPr>
          </a:lstStyle>
          <a:p>
            <a:r>
              <a:rPr lang="en-US" dirty="0"/>
              <a:t>click to add title</a:t>
            </a:r>
          </a:p>
        </p:txBody>
      </p:sp>
      <p:sp>
        <p:nvSpPr>
          <p:cNvPr id="3" name="Subtitle 2">
            <a:extLst>
              <a:ext uri="{FF2B5EF4-FFF2-40B4-BE49-F238E27FC236}">
                <a16:creationId xmlns:a16="http://schemas.microsoft.com/office/drawing/2014/main" xmlns="" id="{2088E094-4ADD-B56F-A2B6-C1D91D2B398B}"/>
              </a:ext>
            </a:extLst>
          </p:cNvPr>
          <p:cNvSpPr>
            <a:spLocks noGrp="1"/>
          </p:cNvSpPr>
          <p:nvPr>
            <p:ph type="subTitle" idx="1" hasCustomPrompt="1"/>
          </p:nvPr>
        </p:nvSpPr>
        <p:spPr>
          <a:xfrm>
            <a:off x="1524000" y="3543045"/>
            <a:ext cx="9144000" cy="836797"/>
          </a:xfrm>
        </p:spPr>
        <p:txBody>
          <a:bodyPr anchor="ctr" anchorCtr="0">
            <a:noAutofit/>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xmlns="" val="372795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solidFill>
        <a:effectLst/>
      </p:bgPr>
    </p:bg>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xmlns="" id="{D8C351DE-CA9A-93E5-2E6E-0921FA2D688A}"/>
              </a:ext>
              <a:ext uri="{C183D7F6-B498-43B3-948B-1728B52AA6E4}">
                <adec:decorative xmlns:adec="http://schemas.microsoft.com/office/drawing/2017/decorative" xmlns="" val="1"/>
              </a:ext>
            </a:extLst>
          </p:cNvPr>
          <p:cNvSpPr/>
          <p:nvPr userDrawn="1"/>
        </p:nvSpPr>
        <p:spPr>
          <a:xfrm>
            <a:off x="0" y="0"/>
            <a:ext cx="7067730" cy="6858000"/>
          </a:xfrm>
          <a:custGeom>
            <a:avLst/>
            <a:gdLst>
              <a:gd name="connsiteX0" fmla="*/ 0 w 7067730"/>
              <a:gd name="connsiteY0" fmla="*/ 0 h 6858000"/>
              <a:gd name="connsiteX1" fmla="*/ 5624908 w 7067730"/>
              <a:gd name="connsiteY1" fmla="*/ 0 h 6858000"/>
              <a:gd name="connsiteX2" fmla="*/ 5747835 w 7067730"/>
              <a:gd name="connsiteY2" fmla="*/ 66359 h 6858000"/>
              <a:gd name="connsiteX3" fmla="*/ 6800990 w 7067730"/>
              <a:gd name="connsiteY3" fmla="*/ 1269725 h 6858000"/>
              <a:gd name="connsiteX4" fmla="*/ 6967801 w 7067730"/>
              <a:gd name="connsiteY4" fmla="*/ 3184523 h 6858000"/>
              <a:gd name="connsiteX5" fmla="*/ 5549878 w 7067730"/>
              <a:gd name="connsiteY5" fmla="*/ 4821851 h 6858000"/>
              <a:gd name="connsiteX6" fmla="*/ 4818374 w 7067730"/>
              <a:gd name="connsiteY6" fmla="*/ 5001158 h 6858000"/>
              <a:gd name="connsiteX7" fmla="*/ 3297849 w 7067730"/>
              <a:gd name="connsiteY7" fmla="*/ 5605778 h 6858000"/>
              <a:gd name="connsiteX8" fmla="*/ 2299274 w 7067730"/>
              <a:gd name="connsiteY8" fmla="*/ 6672529 h 6858000"/>
              <a:gd name="connsiteX9" fmla="*/ 2190713 w 7067730"/>
              <a:gd name="connsiteY9" fmla="*/ 6840787 h 6858000"/>
              <a:gd name="connsiteX10" fmla="*/ 2180046 w 7067730"/>
              <a:gd name="connsiteY10" fmla="*/ 6858000 h 6858000"/>
              <a:gd name="connsiteX11" fmla="*/ 0 w 706773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067730" h="6858000">
                <a:moveTo>
                  <a:pt x="0" y="0"/>
                </a:moveTo>
                <a:lnTo>
                  <a:pt x="5624908" y="0"/>
                </a:lnTo>
                <a:lnTo>
                  <a:pt x="5747835" y="66359"/>
                </a:lnTo>
                <a:cubicBezTo>
                  <a:pt x="6191694" y="338566"/>
                  <a:pt x="6550372" y="730462"/>
                  <a:pt x="6800990" y="1269725"/>
                </a:cubicBezTo>
                <a:cubicBezTo>
                  <a:pt x="7073654" y="1856367"/>
                  <a:pt x="7151634" y="2496371"/>
                  <a:pt x="6967801" y="3184523"/>
                </a:cubicBezTo>
                <a:cubicBezTo>
                  <a:pt x="6752318" y="3991449"/>
                  <a:pt x="6266657" y="4528124"/>
                  <a:pt x="5549878" y="4821851"/>
                </a:cubicBezTo>
                <a:cubicBezTo>
                  <a:pt x="5310251" y="4920015"/>
                  <a:pt x="5064169" y="4955733"/>
                  <a:pt x="4818374" y="5001158"/>
                </a:cubicBezTo>
                <a:cubicBezTo>
                  <a:pt x="4287053" y="5099178"/>
                  <a:pt x="3773566" y="5274085"/>
                  <a:pt x="3297849" y="5605778"/>
                </a:cubicBezTo>
                <a:cubicBezTo>
                  <a:pt x="2897243" y="5884873"/>
                  <a:pt x="2575429" y="6252666"/>
                  <a:pt x="2299274" y="6672529"/>
                </a:cubicBezTo>
                <a:cubicBezTo>
                  <a:pt x="2260727" y="6731138"/>
                  <a:pt x="2224651" y="6787110"/>
                  <a:pt x="2190713" y="6840787"/>
                </a:cubicBezTo>
                <a:lnTo>
                  <a:pt x="218004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xmlns="" id="{070813B7-403A-9A3E-5E5C-44C1680DE4C3}"/>
              </a:ext>
              <a:ext uri="{C183D7F6-B498-43B3-948B-1728B52AA6E4}">
                <adec:decorative xmlns:adec="http://schemas.microsoft.com/office/drawing/2017/decorative" xmlns=""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xmlns="" id="{7A7BB3C1-4B05-D5B3-C61C-1CD390CEEF2B}"/>
              </a:ext>
              <a:ext uri="{C183D7F6-B498-43B3-948B-1728B52AA6E4}">
                <adec:decorative xmlns:adec="http://schemas.microsoft.com/office/drawing/2017/decorative" xmlns=""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xmlns="" id="{CE6955A7-F39A-1FBB-FF32-C6F0E3289273}"/>
              </a:ext>
              <a:ext uri="{C183D7F6-B498-43B3-948B-1728B52AA6E4}">
                <adec:decorative xmlns:adec="http://schemas.microsoft.com/office/drawing/2017/decorative" xmlns=""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xmlns="" id="{867817C7-4A09-9188-0BD5-838E3AD61F1A}"/>
              </a:ext>
            </a:extLst>
          </p:cNvPr>
          <p:cNvSpPr>
            <a:spLocks noGrp="1"/>
          </p:cNvSpPr>
          <p:nvPr>
            <p:ph type="title" hasCustomPrompt="1"/>
          </p:nvPr>
        </p:nvSpPr>
        <p:spPr>
          <a:xfrm>
            <a:off x="704384" y="1170432"/>
            <a:ext cx="6229530" cy="2442780"/>
          </a:xfrm>
        </p:spPr>
        <p:txBody>
          <a:bodyPr anchor="b" anchorCtr="0"/>
          <a:lstStyle>
            <a:lvl1pPr algn="ctr">
              <a:defRPr>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xmlns="" id="{B847C94B-98C2-CC0F-92FC-1505771390BE}"/>
              </a:ext>
            </a:extLst>
          </p:cNvPr>
          <p:cNvSpPr>
            <a:spLocks noGrp="1"/>
          </p:cNvSpPr>
          <p:nvPr>
            <p:ph idx="1" hasCustomPrompt="1"/>
          </p:nvPr>
        </p:nvSpPr>
        <p:spPr>
          <a:xfrm>
            <a:off x="7790688" y="1170432"/>
            <a:ext cx="4133088" cy="4351338"/>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xmlns="" val="1829372813"/>
      </p:ext>
    </p:extLst>
  </p:cSld>
  <p:clrMapOvr>
    <a:masterClrMapping/>
  </p:clrMapOvr>
  <p:extLst>
    <p:ext uri="{DCECCB84-F9BA-43D5-87BE-67443E8EF086}">
      <p15:sldGuideLst xmlns:p15="http://schemas.microsoft.com/office/powerpoint/2012/main" xmlns="">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65A019-E4E4-1209-09B0-DB16867B19EA}"/>
              </a:ext>
            </a:extLst>
          </p:cNvPr>
          <p:cNvSpPr>
            <a:spLocks noGrp="1"/>
          </p:cNvSpPr>
          <p:nvPr>
            <p:ph type="title" hasCustomPrompt="1"/>
          </p:nvPr>
        </p:nvSpPr>
        <p:spPr>
          <a:xfrm>
            <a:off x="576071" y="82296"/>
            <a:ext cx="6502620" cy="1298448"/>
          </a:xfrm>
        </p:spPr>
        <p:txBody>
          <a:bodyPr anchor="b"/>
          <a:lstStyle>
            <a:lvl1pPr>
              <a:defRPr sz="4800"/>
            </a:lvl1pPr>
          </a:lstStyle>
          <a:p>
            <a:r>
              <a:rPr lang="en-US" dirty="0"/>
              <a:t>click to add title</a:t>
            </a:r>
          </a:p>
        </p:txBody>
      </p:sp>
      <p:sp>
        <p:nvSpPr>
          <p:cNvPr id="4" name="Text Placeholder 3">
            <a:extLst>
              <a:ext uri="{FF2B5EF4-FFF2-40B4-BE49-F238E27FC236}">
                <a16:creationId xmlns:a16="http://schemas.microsoft.com/office/drawing/2014/main" xmlns="" id="{EE7A4080-E621-B208-20C7-8547733A6966}"/>
              </a:ext>
            </a:extLst>
          </p:cNvPr>
          <p:cNvSpPr>
            <a:spLocks noGrp="1"/>
          </p:cNvSpPr>
          <p:nvPr>
            <p:ph type="body" sz="half" idx="2" hasCustomPrompt="1"/>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pic>
        <p:nvPicPr>
          <p:cNvPr id="9" name="Picture 8">
            <a:extLst>
              <a:ext uri="{FF2B5EF4-FFF2-40B4-BE49-F238E27FC236}">
                <a16:creationId xmlns:a16="http://schemas.microsoft.com/office/drawing/2014/main" xmlns="" id="{B5ED90D1-D640-D115-6711-35DE812FC014}"/>
              </a:ext>
              <a:ext uri="{C183D7F6-B498-43B3-948B-1728B52AA6E4}">
                <adec:decorative xmlns:adec="http://schemas.microsoft.com/office/drawing/2017/decorative" xmlns="" val="1"/>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xmlns="" id="{F8D9EAE4-01F5-6C99-C91E-BF0FD0CD1CEF}"/>
              </a:ext>
              <a:ext uri="{C183D7F6-B498-43B3-948B-1728B52AA6E4}">
                <adec:decorative xmlns:adec="http://schemas.microsoft.com/office/drawing/2017/decorative" xmlns="" val="1"/>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xmlns=""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xmlns=""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xmlns=""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xmlns="" id="{43ECF68C-6FDB-D274-7021-666310B3ED0B}"/>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xmlns="" val="3920489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accent6"/>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5C82EFE5-7A60-2728-921A-D2048AD6BF65}"/>
              </a:ext>
              <a:ext uri="{C183D7F6-B498-43B3-948B-1728B52AA6E4}">
                <adec:decorative xmlns:adec="http://schemas.microsoft.com/office/drawing/2017/decorative" xmlns="" val="1"/>
              </a:ext>
            </a:extLst>
          </p:cNvPr>
          <p:cNvGrpSpPr/>
          <p:nvPr userDrawn="1"/>
        </p:nvGrpSpPr>
        <p:grpSpPr>
          <a:xfrm>
            <a:off x="1" y="0"/>
            <a:ext cx="12207710" cy="6919556"/>
            <a:chOff x="1" y="0"/>
            <a:chExt cx="12207710" cy="6919556"/>
          </a:xfrm>
        </p:grpSpPr>
        <p:sp>
          <p:nvSpPr>
            <p:cNvPr id="25" name="Freeform: Shape 24">
              <a:extLst>
                <a:ext uri="{FF2B5EF4-FFF2-40B4-BE49-F238E27FC236}">
                  <a16:creationId xmlns:a16="http://schemas.microsoft.com/office/drawing/2014/main" xmlns="" id="{D6B97A1A-D605-738D-8C08-D97B3BBB5274}"/>
                </a:ext>
                <a:ext uri="{C183D7F6-B498-43B3-948B-1728B52AA6E4}">
                  <adec:decorative xmlns:adec="http://schemas.microsoft.com/office/drawing/2017/decorative" xmlns="" val="1"/>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xmlns="" id="{1CC49F1D-4E95-A334-0DE1-5115637E40AF}"/>
                </a:ext>
                <a:ext uri="{C183D7F6-B498-43B3-948B-1728B52AA6E4}">
                  <adec:decorative xmlns:adec="http://schemas.microsoft.com/office/drawing/2017/decorative" xmlns="" val="1"/>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xmlns="" id="{B560DF2B-C95A-F8F1-E64F-37BCABFF8014}"/>
                </a:ext>
                <a:ext uri="{C183D7F6-B498-43B3-948B-1728B52AA6E4}">
                  <adec:decorative xmlns:adec="http://schemas.microsoft.com/office/drawing/2017/decorative" xmlns="" val="1"/>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xmlns="" id="{9E4F6A04-3331-D4C7-3EAE-0F69B48A7C71}"/>
                </a:ext>
                <a:ext uri="{C183D7F6-B498-43B3-948B-1728B52AA6E4}">
                  <adec:decorative xmlns:adec="http://schemas.microsoft.com/office/drawing/2017/decorative" xmlns="" val="1"/>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xmlns="" id="{0587ACFB-02E0-79F1-D5B0-E8B18598D688}"/>
                </a:ext>
                <a:ext uri="{C183D7F6-B498-43B3-948B-1728B52AA6E4}">
                  <adec:decorative xmlns:adec="http://schemas.microsoft.com/office/drawing/2017/decorative" xmlns=""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2" name="Title 1">
            <a:extLst>
              <a:ext uri="{FF2B5EF4-FFF2-40B4-BE49-F238E27FC236}">
                <a16:creationId xmlns:a16="http://schemas.microsoft.com/office/drawing/2014/main" xmlns="" id="{5B033E79-37B9-73B6-FED8-8DF23954CCE8}"/>
              </a:ext>
            </a:extLst>
          </p:cNvPr>
          <p:cNvSpPr>
            <a:spLocks noGrp="1"/>
          </p:cNvSpPr>
          <p:nvPr>
            <p:ph type="title" hasCustomPrompt="1"/>
          </p:nvPr>
        </p:nvSpPr>
        <p:spPr>
          <a:xfrm>
            <a:off x="2560320" y="606288"/>
            <a:ext cx="4840641" cy="4245748"/>
          </a:xfrm>
        </p:spPr>
        <p:txBody>
          <a:bodyPr anchor="b"/>
          <a:lstStyle>
            <a:lvl1pPr>
              <a:defRPr sz="6000">
                <a:solidFill>
                  <a:schemeClr val="accent1"/>
                </a:solidFill>
              </a:defRPr>
            </a:lvl1pPr>
          </a:lstStyle>
          <a:p>
            <a:r>
              <a:rPr lang="en-US" dirty="0"/>
              <a:t>click to add title</a:t>
            </a:r>
          </a:p>
        </p:txBody>
      </p:sp>
    </p:spTree>
    <p:extLst>
      <p:ext uri="{BB962C8B-B14F-4D97-AF65-F5344CB8AC3E}">
        <p14:creationId xmlns:p14="http://schemas.microsoft.com/office/powerpoint/2010/main" xmlns=""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xmlns="" id="{43CD1569-0FEF-7BD8-DDC5-D396CE462BB6}"/>
              </a:ext>
              <a:ext uri="{C183D7F6-B498-43B3-948B-1728B52AA6E4}">
                <adec:decorative xmlns:adec="http://schemas.microsoft.com/office/drawing/2017/decorative" xmlns="" val="1"/>
              </a:ext>
            </a:extLst>
          </p:cNvPr>
          <p:cNvGrpSpPr/>
          <p:nvPr userDrawn="1"/>
        </p:nvGrpSpPr>
        <p:grpSpPr>
          <a:xfrm>
            <a:off x="8645826" y="0"/>
            <a:ext cx="3555532" cy="6867024"/>
            <a:chOff x="8645826" y="0"/>
            <a:chExt cx="3555532" cy="6867024"/>
          </a:xfrm>
        </p:grpSpPr>
        <p:sp>
          <p:nvSpPr>
            <p:cNvPr id="17" name="Freeform: Shape 16">
              <a:extLst>
                <a:ext uri="{FF2B5EF4-FFF2-40B4-BE49-F238E27FC236}">
                  <a16:creationId xmlns:a16="http://schemas.microsoft.com/office/drawing/2014/main" xmlns="" id="{A6011814-D2B8-5264-367E-302C5338E1E6}"/>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xmlns="" id="{58E452E6-C959-CF06-5BE1-AC6D28707FCB}"/>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2" name="Title 1">
            <a:extLst>
              <a:ext uri="{FF2B5EF4-FFF2-40B4-BE49-F238E27FC236}">
                <a16:creationId xmlns:a16="http://schemas.microsoft.com/office/drawing/2014/main" xmlns="" id="{867817C7-4A09-9188-0BD5-838E3AD61F1A}"/>
              </a:ext>
            </a:extLst>
          </p:cNvPr>
          <p:cNvSpPr>
            <a:spLocks noGrp="1"/>
          </p:cNvSpPr>
          <p:nvPr>
            <p:ph type="title" hasCustomPrompt="1"/>
          </p:nvPr>
        </p:nvSpPr>
        <p:spPr>
          <a:xfrm>
            <a:off x="576072" y="82296"/>
            <a:ext cx="9363456" cy="1298448"/>
          </a:xfrm>
        </p:spPr>
        <p:txBody>
          <a:bodyPr anchor="b" anchorCtr="0"/>
          <a:lstStyle>
            <a:lvl1pPr>
              <a:defRPr sz="4800"/>
            </a:lvl1pPr>
          </a:lstStyle>
          <a:p>
            <a:r>
              <a:rPr lang="en-US" dirty="0"/>
              <a:t>click to add title</a:t>
            </a:r>
          </a:p>
        </p:txBody>
      </p:sp>
      <p:sp>
        <p:nvSpPr>
          <p:cNvPr id="3" name="Content Placeholder 2">
            <a:extLst>
              <a:ext uri="{FF2B5EF4-FFF2-40B4-BE49-F238E27FC236}">
                <a16:creationId xmlns:a16="http://schemas.microsoft.com/office/drawing/2014/main" xmlns="" id="{B847C94B-98C2-CC0F-92FC-1505771390BE}"/>
              </a:ext>
            </a:extLst>
          </p:cNvPr>
          <p:cNvSpPr>
            <a:spLocks noGrp="1"/>
          </p:cNvSpPr>
          <p:nvPr>
            <p:ph idx="1" hasCustomPrompt="1"/>
          </p:nvPr>
        </p:nvSpPr>
        <p:spPr>
          <a:xfrm>
            <a:off x="576072" y="1901952"/>
            <a:ext cx="9363456" cy="3877056"/>
          </a:xfrm>
        </p:spPr>
        <p:txBody>
          <a:bodyPr/>
          <a:lstStyle>
            <a:lvl1pPr marL="228600" indent="-228600">
              <a:buFont typeface="Courier New" panose="02070309020205020404" pitchFamily="49" charset="0"/>
              <a:buChar char="o"/>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xmlns=""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xmlns="" id="{BF4A5FC7-AE15-3D20-F798-0247D85FF797}"/>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xmlns="" val="2111285998"/>
      </p:ext>
    </p:extLst>
  </p:cSld>
  <p:clrMapOvr>
    <a:masterClrMapping/>
  </p:clrMapOvr>
  <p:extLst>
    <p:ext uri="{DCECCB84-F9BA-43D5-87BE-67443E8EF086}">
      <p15:sldGuideLst xmlns:p15="http://schemas.microsoft.com/office/powerpoint/2012/main" xmlns="">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A4C0A7B5-B10E-CDE4-EF4B-932E54D4CA66}"/>
              </a:ext>
              <a:ext uri="{C183D7F6-B498-43B3-948B-1728B52AA6E4}">
                <adec:decorative xmlns:adec="http://schemas.microsoft.com/office/drawing/2017/decorative" xmlns="" val="1"/>
              </a:ext>
            </a:extLst>
          </p:cNvPr>
          <p:cNvGrpSpPr/>
          <p:nvPr userDrawn="1"/>
        </p:nvGrpSpPr>
        <p:grpSpPr>
          <a:xfrm>
            <a:off x="4600810" y="-30589"/>
            <a:ext cx="7591189" cy="6915258"/>
            <a:chOff x="4600810" y="-30589"/>
            <a:chExt cx="7591189" cy="6915258"/>
          </a:xfrm>
        </p:grpSpPr>
        <p:sp>
          <p:nvSpPr>
            <p:cNvPr id="13" name="Freeform: Shape 12">
              <a:extLst>
                <a:ext uri="{FF2B5EF4-FFF2-40B4-BE49-F238E27FC236}">
                  <a16:creationId xmlns:a16="http://schemas.microsoft.com/office/drawing/2014/main" xmlns=""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xmlns=""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20" name="Title 1">
            <a:extLst>
              <a:ext uri="{FF2B5EF4-FFF2-40B4-BE49-F238E27FC236}">
                <a16:creationId xmlns:a16="http://schemas.microsoft.com/office/drawing/2014/main" xmlns="" id="{20AE86F9-DD66-DE05-383C-6220D559B0DF}"/>
              </a:ext>
            </a:extLst>
          </p:cNvPr>
          <p:cNvSpPr>
            <a:spLocks noGrp="1"/>
          </p:cNvSpPr>
          <p:nvPr>
            <p:ph type="title" hasCustomPrompt="1"/>
          </p:nvPr>
        </p:nvSpPr>
        <p:spPr>
          <a:xfrm>
            <a:off x="576072" y="82296"/>
            <a:ext cx="9363456" cy="1298448"/>
          </a:xfrm>
        </p:spPr>
        <p:txBody>
          <a:bodyPr anchor="b" anchorCtr="0"/>
          <a:lstStyle>
            <a:lvl1pPr>
              <a:defRPr sz="4800"/>
            </a:lvl1pPr>
          </a:lstStyle>
          <a:p>
            <a:r>
              <a:rPr lang="en-US" dirty="0"/>
              <a:t>click to add title</a:t>
            </a:r>
          </a:p>
        </p:txBody>
      </p:sp>
      <p:sp>
        <p:nvSpPr>
          <p:cNvPr id="21" name="Content Placeholder 2">
            <a:extLst>
              <a:ext uri="{FF2B5EF4-FFF2-40B4-BE49-F238E27FC236}">
                <a16:creationId xmlns:a16="http://schemas.microsoft.com/office/drawing/2014/main" xmlns="" id="{74C193E5-97F9-7817-FACF-5B94BAD9C758}"/>
              </a:ext>
            </a:extLst>
          </p:cNvPr>
          <p:cNvSpPr>
            <a:spLocks noGrp="1"/>
          </p:cNvSpPr>
          <p:nvPr>
            <p:ph idx="1" hasCustomPrompt="1"/>
          </p:nvPr>
        </p:nvSpPr>
        <p:spPr>
          <a:xfrm>
            <a:off x="576072" y="1597981"/>
            <a:ext cx="9363456" cy="4181027"/>
          </a:xfrm>
        </p:spPr>
        <p:txBody>
          <a:bodyPr/>
          <a:lstStyle>
            <a:lvl1pPr marL="228600" indent="-228600">
              <a:buFont typeface="Courier New" panose="02070309020205020404" pitchFamily="49" charset="0"/>
              <a:buChar char="o"/>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xmlns=""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xmlns="" id="{BF4A5FC7-AE15-3D20-F798-0247D85FF797}"/>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xmlns="" val="1641332740"/>
      </p:ext>
    </p:extLst>
  </p:cSld>
  <p:clrMapOvr>
    <a:masterClrMapping/>
  </p:clrMapOvr>
  <p:extLst>
    <p:ext uri="{DCECCB84-F9BA-43D5-87BE-67443E8EF086}">
      <p15:sldGuideLst xmlns:p15="http://schemas.microsoft.com/office/powerpoint/2012/main" xmlns="">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alt2">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E138590B-52FF-3291-0CB9-7055B62D6C6F}"/>
              </a:ext>
              <a:ext uri="{C183D7F6-B498-43B3-948B-1728B52AA6E4}">
                <adec:decorative xmlns:adec="http://schemas.microsoft.com/office/drawing/2017/decorative" xmlns="" val="1"/>
              </a:ext>
            </a:extLst>
          </p:cNvPr>
          <p:cNvGrpSpPr/>
          <p:nvPr userDrawn="1"/>
        </p:nvGrpSpPr>
        <p:grpSpPr>
          <a:xfrm>
            <a:off x="0" y="0"/>
            <a:ext cx="12192001" cy="6800412"/>
            <a:chOff x="0" y="0"/>
            <a:chExt cx="12192001" cy="6800412"/>
          </a:xfrm>
        </p:grpSpPr>
        <p:sp>
          <p:nvSpPr>
            <p:cNvPr id="11" name="Freeform: Shape 10">
              <a:extLst>
                <a:ext uri="{FF2B5EF4-FFF2-40B4-BE49-F238E27FC236}">
                  <a16:creationId xmlns:a16="http://schemas.microsoft.com/office/drawing/2014/main" xmlns=""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xmlns=""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xmlns=""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20" name="Title 1">
            <a:extLst>
              <a:ext uri="{FF2B5EF4-FFF2-40B4-BE49-F238E27FC236}">
                <a16:creationId xmlns:a16="http://schemas.microsoft.com/office/drawing/2014/main" xmlns="" id="{20AE86F9-DD66-DE05-383C-6220D559B0DF}"/>
              </a:ext>
            </a:extLst>
          </p:cNvPr>
          <p:cNvSpPr>
            <a:spLocks noGrp="1"/>
          </p:cNvSpPr>
          <p:nvPr>
            <p:ph type="title" hasCustomPrompt="1"/>
          </p:nvPr>
        </p:nvSpPr>
        <p:spPr>
          <a:xfrm>
            <a:off x="576072" y="57588"/>
            <a:ext cx="10515600" cy="1323156"/>
          </a:xfrm>
        </p:spPr>
        <p:txBody>
          <a:bodyPr anchor="b" anchorCtr="0"/>
          <a:lstStyle>
            <a:lvl1pPr>
              <a:defRPr sz="4800"/>
            </a:lvl1pPr>
          </a:lstStyle>
          <a:p>
            <a:r>
              <a:rPr lang="en-US" dirty="0"/>
              <a:t>click to add title</a:t>
            </a:r>
          </a:p>
        </p:txBody>
      </p:sp>
      <p:sp>
        <p:nvSpPr>
          <p:cNvPr id="21" name="Content Placeholder 2">
            <a:extLst>
              <a:ext uri="{FF2B5EF4-FFF2-40B4-BE49-F238E27FC236}">
                <a16:creationId xmlns:a16="http://schemas.microsoft.com/office/drawing/2014/main" xmlns="" id="{74C193E5-97F9-7817-FACF-5B94BAD9C758}"/>
              </a:ext>
            </a:extLst>
          </p:cNvPr>
          <p:cNvSpPr>
            <a:spLocks noGrp="1"/>
          </p:cNvSpPr>
          <p:nvPr>
            <p:ph idx="1" hasCustomPrompt="1"/>
          </p:nvPr>
        </p:nvSpPr>
        <p:spPr>
          <a:xfrm>
            <a:off x="576072" y="1901952"/>
            <a:ext cx="10515600" cy="3877056"/>
          </a:xfrm>
        </p:spPr>
        <p:txBody>
          <a:bodyPr/>
          <a:lstStyle>
            <a:lvl1pPr marL="228600" indent="-228600">
              <a:buFont typeface="Courier New" panose="02070309020205020404" pitchFamily="49" charset="0"/>
              <a:buChar char="o"/>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xmlns=""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xmlns=""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xmlns="" id="{BF4A5FC7-AE15-3D20-F798-0247D85FF797}"/>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xmlns="" val="4030094665"/>
      </p:ext>
    </p:extLst>
  </p:cSld>
  <p:clrMapOvr>
    <a:masterClrMapping/>
  </p:clrMapOvr>
  <p:extLst>
    <p:ext uri="{DCECCB84-F9BA-43D5-87BE-67443E8EF086}">
      <p15:sldGuideLst xmlns:p15="http://schemas.microsoft.com/office/powerpoint/2012/main" xmlns="">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6"/>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xmlns="" id="{90FA743D-BDB5-4069-7325-E91CA7BC3ED7}"/>
              </a:ext>
              <a:ext uri="{C183D7F6-B498-43B3-948B-1728B52AA6E4}">
                <adec:decorative xmlns:adec="http://schemas.microsoft.com/office/drawing/2017/decorative" xmlns=""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xmlns="" id="{5199B7A0-EDB8-5A2D-0096-78B259F81F83}"/>
              </a:ext>
              <a:ext uri="{C183D7F6-B498-43B3-948B-1728B52AA6E4}">
                <adec:decorative xmlns:adec="http://schemas.microsoft.com/office/drawing/2017/decorative" xmlns="" val="1"/>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26" name="Graphic 25">
            <a:extLst>
              <a:ext uri="{FF2B5EF4-FFF2-40B4-BE49-F238E27FC236}">
                <a16:creationId xmlns:a16="http://schemas.microsoft.com/office/drawing/2014/main" xmlns="" id="{9A083F98-8E0D-14F8-CA40-D0B5AB8037E2}"/>
              </a:ext>
              <a:ext uri="{C183D7F6-B498-43B3-948B-1728B52AA6E4}">
                <adec:decorative xmlns:adec="http://schemas.microsoft.com/office/drawing/2017/decorative" xmlns="" val="1"/>
              </a:ext>
            </a:extLst>
          </p:cNvPr>
          <p:cNvPicPr>
            <a:picLocks noChangeAspect="1"/>
          </p:cNvPicPr>
          <p:nvPr userDrawn="1"/>
        </p:nvPicPr>
        <p:blipFill>
          <a:blip r:embed="rId2">
            <a:alphaModFix/>
            <a:extLst>
              <a:ext uri="{96DAC541-7B7A-43D3-8B79-37D633B846F1}">
                <asvg:svgBlip xmlns:asvg="http://schemas.microsoft.com/office/drawing/2016/SVG/main" xmlns="" r:embed="rId3"/>
              </a:ext>
            </a:extLst>
          </a:blip>
          <a:stretch>
            <a:fillRect/>
          </a:stretch>
        </p:blipFill>
        <p:spPr>
          <a:xfrm>
            <a:off x="1411582" y="447749"/>
            <a:ext cx="2330685" cy="1898712"/>
          </a:xfrm>
          <a:prstGeom prst="rect">
            <a:avLst/>
          </a:prstGeom>
        </p:spPr>
      </p:pic>
      <p:sp>
        <p:nvSpPr>
          <p:cNvPr id="22" name="Freeform: Shape 21">
            <a:extLst>
              <a:ext uri="{FF2B5EF4-FFF2-40B4-BE49-F238E27FC236}">
                <a16:creationId xmlns:a16="http://schemas.microsoft.com/office/drawing/2014/main" xmlns="" id="{83712F38-4391-A499-56E2-8F095A506D08}"/>
              </a:ext>
              <a:ext uri="{C183D7F6-B498-43B3-948B-1728B52AA6E4}">
                <adec:decorative xmlns:adec="http://schemas.microsoft.com/office/drawing/2017/decorative" xmlns=""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xmlns="" id="{AA6350AA-EC6F-8D22-E7C8-E49FBD7689EB}"/>
              </a:ext>
              <a:ext uri="{C183D7F6-B498-43B3-948B-1728B52AA6E4}">
                <adec:decorative xmlns:adec="http://schemas.microsoft.com/office/drawing/2017/decorative" xmlns="" val="1"/>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xmlns="" id="{867817C7-4A09-9188-0BD5-838E3AD61F1A}"/>
              </a:ext>
            </a:extLst>
          </p:cNvPr>
          <p:cNvSpPr>
            <a:spLocks noGrp="1"/>
          </p:cNvSpPr>
          <p:nvPr>
            <p:ph type="title" hasCustomPrompt="1"/>
          </p:nvPr>
        </p:nvSpPr>
        <p:spPr>
          <a:xfrm>
            <a:off x="3278188" y="193041"/>
            <a:ext cx="5697456" cy="2175256"/>
          </a:xfrm>
        </p:spPr>
        <p:txBody>
          <a:bodyPr anchor="b" anchorCtr="0"/>
          <a:lstStyle>
            <a:lvl1pPr algn="ctr">
              <a:defRPr sz="2400" cap="all" baseline="0">
                <a:latin typeface="Gill Sans Nova" panose="020B0602020104020203" pitchFamily="34" charset="0"/>
              </a:defRPr>
            </a:lvl1pPr>
          </a:lstStyle>
          <a:p>
            <a:r>
              <a:rPr lang="en-US" dirty="0"/>
              <a:t>click to add title</a:t>
            </a:r>
          </a:p>
        </p:txBody>
      </p:sp>
      <p:sp>
        <p:nvSpPr>
          <p:cNvPr id="32" name="Text Placeholder 31">
            <a:extLst>
              <a:ext uri="{FF2B5EF4-FFF2-40B4-BE49-F238E27FC236}">
                <a16:creationId xmlns:a16="http://schemas.microsoft.com/office/drawing/2014/main" xmlns="" id="{ACAB76B7-8AE6-9FE8-3022-219618D5810C}"/>
              </a:ext>
            </a:extLst>
          </p:cNvPr>
          <p:cNvSpPr>
            <a:spLocks noGrp="1"/>
          </p:cNvSpPr>
          <p:nvPr>
            <p:ph type="body" sz="quarter" idx="13" hasCustomPrompt="1"/>
          </p:nvPr>
        </p:nvSpPr>
        <p:spPr>
          <a:xfrm>
            <a:off x="3278188" y="2740025"/>
            <a:ext cx="5688012" cy="2644775"/>
          </a:xfrm>
        </p:spPr>
        <p:txBody>
          <a:bodyPr>
            <a:normAutofit/>
          </a:bodyPr>
          <a:lstStyle>
            <a:lvl1pPr marL="0" indent="0" algn="ctr">
              <a:lnSpc>
                <a:spcPct val="100000"/>
              </a:lnSpc>
              <a:spcBef>
                <a:spcPts val="0"/>
              </a:spcBef>
              <a:buNone/>
              <a:defRPr sz="2400"/>
            </a:lvl1pPr>
          </a:lstStyle>
          <a:p>
            <a:pPr lvl="0"/>
            <a:r>
              <a:rPr lang="en-US" dirty="0"/>
              <a:t>Click to add text</a:t>
            </a:r>
          </a:p>
        </p:txBody>
      </p:sp>
      <p:sp>
        <p:nvSpPr>
          <p:cNvPr id="4" name="Date Placeholder 3">
            <a:extLst>
              <a:ext uri="{FF2B5EF4-FFF2-40B4-BE49-F238E27FC236}">
                <a16:creationId xmlns:a16="http://schemas.microsoft.com/office/drawing/2014/main" xmlns=""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xmlns=""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xmlns="" id="{BF4A5FC7-AE15-3D20-F798-0247D85FF797}"/>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xmlns="" val="3429611174"/>
      </p:ext>
    </p:extLst>
  </p:cSld>
  <p:clrMapOvr>
    <a:masterClrMapping/>
  </p:clrMapOvr>
  <p:extLst>
    <p:ext uri="{DCECCB84-F9BA-43D5-87BE-67443E8EF086}">
      <p15:sldGuideLst xmlns:p15="http://schemas.microsoft.com/office/powerpoint/2012/main" xmlns="">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20E8B627-27B3-7EDE-7C21-8804F983CCB7}"/>
              </a:ext>
              <a:ext uri="{C183D7F6-B498-43B3-948B-1728B52AA6E4}">
                <adec:decorative xmlns:adec="http://schemas.microsoft.com/office/drawing/2017/decorative" xmlns="" val="1"/>
              </a:ext>
            </a:extLst>
          </p:cNvPr>
          <p:cNvGrpSpPr/>
          <p:nvPr userDrawn="1"/>
        </p:nvGrpSpPr>
        <p:grpSpPr>
          <a:xfrm>
            <a:off x="0" y="1"/>
            <a:ext cx="12192000" cy="6857998"/>
            <a:chOff x="0" y="1"/>
            <a:chExt cx="12192000" cy="6857998"/>
          </a:xfrm>
        </p:grpSpPr>
        <p:sp>
          <p:nvSpPr>
            <p:cNvPr id="28" name="Freeform: Shape 27">
              <a:extLst>
                <a:ext uri="{FF2B5EF4-FFF2-40B4-BE49-F238E27FC236}">
                  <a16:creationId xmlns:a16="http://schemas.microsoft.com/office/drawing/2014/main" xmlns="" id="{B1BA04E2-C77D-D0F1-EC03-2F832DFA5498}"/>
                </a:ext>
                <a:ext uri="{C183D7F6-B498-43B3-948B-1728B52AA6E4}">
                  <adec:decorative xmlns:adec="http://schemas.microsoft.com/office/drawing/2017/decorative" xmlns="" val="1"/>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xmlns="" id="{F0A8F0DB-3D3D-DC0F-84AC-4386B58AD6E5}"/>
                </a:ext>
                <a:ext uri="{C183D7F6-B498-43B3-948B-1728B52AA6E4}">
                  <adec:decorative xmlns:adec="http://schemas.microsoft.com/office/drawing/2017/decorative" xmlns=""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45" name="Title 1">
            <a:extLst>
              <a:ext uri="{FF2B5EF4-FFF2-40B4-BE49-F238E27FC236}">
                <a16:creationId xmlns:a16="http://schemas.microsoft.com/office/drawing/2014/main" xmlns="" id="{FDA50B04-DEA5-DCCF-0DAD-0D3B122FD652}"/>
              </a:ext>
            </a:extLst>
          </p:cNvPr>
          <p:cNvSpPr>
            <a:spLocks noGrp="1"/>
          </p:cNvSpPr>
          <p:nvPr>
            <p:ph type="title" hasCustomPrompt="1"/>
          </p:nvPr>
        </p:nvSpPr>
        <p:spPr>
          <a:xfrm>
            <a:off x="576071" y="82296"/>
            <a:ext cx="11107489" cy="1298448"/>
          </a:xfrm>
        </p:spPr>
        <p:txBody>
          <a:bodyPr anchor="b" anchorCtr="0"/>
          <a:lstStyle>
            <a:lvl1pPr>
              <a:defRPr sz="4800"/>
            </a:lvl1pPr>
          </a:lstStyle>
          <a:p>
            <a:r>
              <a:rPr lang="en-US" dirty="0"/>
              <a:t>click to add title</a:t>
            </a:r>
          </a:p>
        </p:txBody>
      </p:sp>
      <p:sp>
        <p:nvSpPr>
          <p:cNvPr id="39" name="Picture Placeholder 38">
            <a:extLst>
              <a:ext uri="{FF2B5EF4-FFF2-40B4-BE49-F238E27FC236}">
                <a16:creationId xmlns:a16="http://schemas.microsoft.com/office/drawing/2014/main" xmlns=""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t">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xmlns="" id="{EC58C559-7910-45EC-28D0-D37F02FA738C}"/>
              </a:ext>
            </a:extLst>
          </p:cNvPr>
          <p:cNvSpPr>
            <a:spLocks noGrp="1"/>
          </p:cNvSpPr>
          <p:nvPr>
            <p:ph type="body" sz="quarter" idx="17" hasCustomPrompt="1"/>
          </p:nvPr>
        </p:nvSpPr>
        <p:spPr>
          <a:xfrm>
            <a:off x="677863" y="5173735"/>
            <a:ext cx="2423160" cy="376673"/>
          </a:xfrm>
        </p:spPr>
        <p:txBody>
          <a:bodyPr anchor="t" anchorCtr="0">
            <a:normAutofit/>
          </a:bodyPr>
          <a:lstStyle>
            <a:lvl1pPr marL="0" indent="0" algn="ctr">
              <a:lnSpc>
                <a:spcPct val="100000"/>
              </a:lnSpc>
              <a:spcBef>
                <a:spcPts val="0"/>
              </a:spcBef>
              <a:buNone/>
              <a:defRPr sz="1800" b="1" cap="all" baseline="0">
                <a:latin typeface="+mn-lt"/>
              </a:defRPr>
            </a:lvl1pPr>
          </a:lstStyle>
          <a:p>
            <a:pPr lvl="0"/>
            <a:r>
              <a:rPr lang="en-US" dirty="0"/>
              <a:t>Click to add text</a:t>
            </a:r>
          </a:p>
        </p:txBody>
      </p:sp>
      <p:sp>
        <p:nvSpPr>
          <p:cNvPr id="52" name="Text Placeholder 46">
            <a:extLst>
              <a:ext uri="{FF2B5EF4-FFF2-40B4-BE49-F238E27FC236}">
                <a16:creationId xmlns:a16="http://schemas.microsoft.com/office/drawing/2014/main" xmlns="" id="{F66E5144-974A-0BDB-D167-9253CC65BF1E}"/>
              </a:ext>
            </a:extLst>
          </p:cNvPr>
          <p:cNvSpPr>
            <a:spLocks noGrp="1"/>
          </p:cNvSpPr>
          <p:nvPr>
            <p:ph type="body" sz="quarter" idx="21" hasCustomPrompt="1"/>
          </p:nvPr>
        </p:nvSpPr>
        <p:spPr>
          <a:xfrm>
            <a:off x="677863" y="5550408"/>
            <a:ext cx="2423160" cy="748792"/>
          </a:xfrm>
        </p:spPr>
        <p:txBody>
          <a:bodyPr anchor="t">
            <a:normAutofit/>
          </a:bodyPr>
          <a:lstStyle>
            <a:lvl1pPr marL="0" indent="0" algn="ctr">
              <a:lnSpc>
                <a:spcPct val="100000"/>
              </a:lnSpc>
              <a:spcBef>
                <a:spcPts val="0"/>
              </a:spcBef>
              <a:buNone/>
              <a:defRPr sz="1800" cap="none" baseline="0"/>
            </a:lvl1pPr>
          </a:lstStyle>
          <a:p>
            <a:pPr lvl="0"/>
            <a:r>
              <a:rPr lang="en-US" dirty="0"/>
              <a:t>Click to add text</a:t>
            </a:r>
          </a:p>
        </p:txBody>
      </p:sp>
      <p:sp>
        <p:nvSpPr>
          <p:cNvPr id="40" name="Picture Placeholder 39">
            <a:extLst>
              <a:ext uri="{FF2B5EF4-FFF2-40B4-BE49-F238E27FC236}">
                <a16:creationId xmlns:a16="http://schemas.microsoft.com/office/drawing/2014/main" xmlns=""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t">
            <a:noAutofit/>
          </a:bodyPr>
          <a:lstStyle>
            <a:lvl1pPr marL="0" indent="0" algn="ctr">
              <a:buNone/>
              <a:defRPr sz="1800">
                <a:solidFill>
                  <a:schemeClr val="accent1"/>
                </a:solidFill>
              </a:defRPr>
            </a:lvl1pPr>
          </a:lstStyle>
          <a:p>
            <a:r>
              <a:rPr lang="en-US"/>
              <a:t>Click icon to add picture</a:t>
            </a:r>
            <a:endParaRPr lang="en-US" dirty="0"/>
          </a:p>
        </p:txBody>
      </p:sp>
      <p:sp>
        <p:nvSpPr>
          <p:cNvPr id="48" name="Text Placeholder 46">
            <a:extLst>
              <a:ext uri="{FF2B5EF4-FFF2-40B4-BE49-F238E27FC236}">
                <a16:creationId xmlns:a16="http://schemas.microsoft.com/office/drawing/2014/main" xmlns="" id="{868B70E3-3C97-4D65-D598-457720AA7253}"/>
              </a:ext>
            </a:extLst>
          </p:cNvPr>
          <p:cNvSpPr>
            <a:spLocks noGrp="1"/>
          </p:cNvSpPr>
          <p:nvPr>
            <p:ph type="body" sz="quarter" idx="18" hasCustomPrompt="1"/>
          </p:nvPr>
        </p:nvSpPr>
        <p:spPr>
          <a:xfrm>
            <a:off x="3444123" y="5173735"/>
            <a:ext cx="2423160" cy="376673"/>
          </a:xfrm>
        </p:spPr>
        <p:txBody>
          <a:bodyPr anchor="t" anchorCtr="0">
            <a:normAutofit/>
          </a:bodyPr>
          <a:lstStyle>
            <a:lvl1pPr marL="0" indent="0" algn="ctr">
              <a:lnSpc>
                <a:spcPct val="100000"/>
              </a:lnSpc>
              <a:spcBef>
                <a:spcPts val="0"/>
              </a:spcBef>
              <a:buNone/>
              <a:defRPr sz="1800" b="1" cap="all" baseline="0">
                <a:latin typeface="+mn-lt"/>
              </a:defRPr>
            </a:lvl1pPr>
          </a:lstStyle>
          <a:p>
            <a:pPr lvl="0"/>
            <a:r>
              <a:rPr lang="en-US" dirty="0"/>
              <a:t>Click to add text</a:t>
            </a:r>
          </a:p>
        </p:txBody>
      </p:sp>
      <p:sp>
        <p:nvSpPr>
          <p:cNvPr id="53" name="Text Placeholder 46">
            <a:extLst>
              <a:ext uri="{FF2B5EF4-FFF2-40B4-BE49-F238E27FC236}">
                <a16:creationId xmlns:a16="http://schemas.microsoft.com/office/drawing/2014/main" xmlns="" id="{1D923A5E-0C6A-FC00-A515-E5A508A54FBD}"/>
              </a:ext>
            </a:extLst>
          </p:cNvPr>
          <p:cNvSpPr>
            <a:spLocks noGrp="1"/>
          </p:cNvSpPr>
          <p:nvPr>
            <p:ph type="body" sz="quarter" idx="22" hasCustomPrompt="1"/>
          </p:nvPr>
        </p:nvSpPr>
        <p:spPr>
          <a:xfrm>
            <a:off x="3444123" y="5550408"/>
            <a:ext cx="2423160" cy="748792"/>
          </a:xfrm>
        </p:spPr>
        <p:txBody>
          <a:bodyPr anchor="t">
            <a:normAutofit/>
          </a:bodyPr>
          <a:lstStyle>
            <a:lvl1pPr marL="0" indent="0" algn="ctr">
              <a:lnSpc>
                <a:spcPct val="100000"/>
              </a:lnSpc>
              <a:spcBef>
                <a:spcPts val="0"/>
              </a:spcBef>
              <a:buNone/>
              <a:defRPr sz="1800" cap="none" baseline="0"/>
            </a:lvl1pPr>
          </a:lstStyle>
          <a:p>
            <a:pPr lvl="0"/>
            <a:r>
              <a:rPr lang="en-US" dirty="0"/>
              <a:t>Click to add text</a:t>
            </a:r>
          </a:p>
        </p:txBody>
      </p:sp>
      <p:sp>
        <p:nvSpPr>
          <p:cNvPr id="41" name="Picture Placeholder 40">
            <a:extLst>
              <a:ext uri="{FF2B5EF4-FFF2-40B4-BE49-F238E27FC236}">
                <a16:creationId xmlns:a16="http://schemas.microsoft.com/office/drawing/2014/main" xmlns=""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t">
            <a:noAutofit/>
          </a:bodyPr>
          <a:lstStyle>
            <a:lvl1pPr marL="0" indent="0" algn="ctr">
              <a:buNone/>
              <a:defRPr sz="1800">
                <a:solidFill>
                  <a:schemeClr val="accent1"/>
                </a:solidFill>
              </a:defRPr>
            </a:lvl1pPr>
          </a:lstStyle>
          <a:p>
            <a:r>
              <a:rPr lang="en-US"/>
              <a:t>Click icon to add picture</a:t>
            </a:r>
            <a:endParaRPr lang="en-US" dirty="0"/>
          </a:p>
        </p:txBody>
      </p:sp>
      <p:sp>
        <p:nvSpPr>
          <p:cNvPr id="49" name="Text Placeholder 46">
            <a:extLst>
              <a:ext uri="{FF2B5EF4-FFF2-40B4-BE49-F238E27FC236}">
                <a16:creationId xmlns:a16="http://schemas.microsoft.com/office/drawing/2014/main" xmlns="" id="{89924195-02EA-2AF9-C021-ED282397B88B}"/>
              </a:ext>
            </a:extLst>
          </p:cNvPr>
          <p:cNvSpPr>
            <a:spLocks noGrp="1"/>
          </p:cNvSpPr>
          <p:nvPr>
            <p:ph type="body" sz="quarter" idx="19" hasCustomPrompt="1"/>
          </p:nvPr>
        </p:nvSpPr>
        <p:spPr>
          <a:xfrm>
            <a:off x="6434931" y="5173735"/>
            <a:ext cx="2423160" cy="376673"/>
          </a:xfrm>
        </p:spPr>
        <p:txBody>
          <a:bodyPr anchor="t" anchorCtr="0">
            <a:normAutofit/>
          </a:bodyPr>
          <a:lstStyle>
            <a:lvl1pPr marL="0" indent="0" algn="ctr">
              <a:lnSpc>
                <a:spcPct val="100000"/>
              </a:lnSpc>
              <a:spcBef>
                <a:spcPts val="0"/>
              </a:spcBef>
              <a:buNone/>
              <a:defRPr sz="1800" b="1" cap="all" baseline="0">
                <a:latin typeface="+mn-lt"/>
              </a:defRPr>
            </a:lvl1pPr>
          </a:lstStyle>
          <a:p>
            <a:pPr lvl="0"/>
            <a:r>
              <a:rPr lang="en-US" dirty="0"/>
              <a:t>Click to add text</a:t>
            </a:r>
          </a:p>
        </p:txBody>
      </p:sp>
      <p:sp>
        <p:nvSpPr>
          <p:cNvPr id="54" name="Text Placeholder 46">
            <a:extLst>
              <a:ext uri="{FF2B5EF4-FFF2-40B4-BE49-F238E27FC236}">
                <a16:creationId xmlns:a16="http://schemas.microsoft.com/office/drawing/2014/main" xmlns="" id="{01866408-222B-FAA6-3180-5AA98BF83142}"/>
              </a:ext>
            </a:extLst>
          </p:cNvPr>
          <p:cNvSpPr>
            <a:spLocks noGrp="1"/>
          </p:cNvSpPr>
          <p:nvPr>
            <p:ph type="body" sz="quarter" idx="23" hasCustomPrompt="1"/>
          </p:nvPr>
        </p:nvSpPr>
        <p:spPr>
          <a:xfrm>
            <a:off x="6434931" y="5550408"/>
            <a:ext cx="2423160" cy="748792"/>
          </a:xfrm>
        </p:spPr>
        <p:txBody>
          <a:bodyPr anchor="t">
            <a:normAutofit/>
          </a:bodyPr>
          <a:lstStyle>
            <a:lvl1pPr marL="0" indent="0" algn="ctr">
              <a:lnSpc>
                <a:spcPct val="100000"/>
              </a:lnSpc>
              <a:spcBef>
                <a:spcPts val="0"/>
              </a:spcBef>
              <a:buNone/>
              <a:defRPr sz="1800" cap="none" baseline="0"/>
            </a:lvl1pPr>
          </a:lstStyle>
          <a:p>
            <a:pPr lvl="0"/>
            <a:r>
              <a:rPr lang="en-US" dirty="0"/>
              <a:t>Click to add text</a:t>
            </a:r>
          </a:p>
        </p:txBody>
      </p:sp>
      <p:sp>
        <p:nvSpPr>
          <p:cNvPr id="42" name="Picture Placeholder 41">
            <a:extLst>
              <a:ext uri="{FF2B5EF4-FFF2-40B4-BE49-F238E27FC236}">
                <a16:creationId xmlns:a16="http://schemas.microsoft.com/office/drawing/2014/main" xmlns=""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t">
            <a:noAutofit/>
          </a:bodyPr>
          <a:lstStyle>
            <a:lvl1pPr marL="0" indent="0" algn="ctr">
              <a:buNone/>
              <a:defRPr sz="1800">
                <a:solidFill>
                  <a:schemeClr val="accent1"/>
                </a:solidFill>
              </a:defRPr>
            </a:lvl1pPr>
          </a:lstStyle>
          <a:p>
            <a:r>
              <a:rPr lang="en-US"/>
              <a:t>Click icon to add picture</a:t>
            </a:r>
            <a:endParaRPr lang="en-US" dirty="0"/>
          </a:p>
        </p:txBody>
      </p:sp>
      <p:sp>
        <p:nvSpPr>
          <p:cNvPr id="50" name="Text Placeholder 46">
            <a:extLst>
              <a:ext uri="{FF2B5EF4-FFF2-40B4-BE49-F238E27FC236}">
                <a16:creationId xmlns:a16="http://schemas.microsoft.com/office/drawing/2014/main" xmlns="" id="{582E2EDB-08EC-D1DE-3C7C-2FC0C70B27C5}"/>
              </a:ext>
            </a:extLst>
          </p:cNvPr>
          <p:cNvSpPr>
            <a:spLocks noGrp="1"/>
          </p:cNvSpPr>
          <p:nvPr>
            <p:ph type="body" sz="quarter" idx="20" hasCustomPrompt="1"/>
          </p:nvPr>
        </p:nvSpPr>
        <p:spPr>
          <a:xfrm>
            <a:off x="9260401" y="5173735"/>
            <a:ext cx="2423160" cy="376673"/>
          </a:xfrm>
        </p:spPr>
        <p:txBody>
          <a:bodyPr anchor="t" anchorCtr="0">
            <a:normAutofit/>
          </a:bodyPr>
          <a:lstStyle>
            <a:lvl1pPr marL="0" indent="0" algn="ctr">
              <a:lnSpc>
                <a:spcPct val="100000"/>
              </a:lnSpc>
              <a:spcBef>
                <a:spcPts val="0"/>
              </a:spcBef>
              <a:buNone/>
              <a:defRPr sz="1800" b="1" cap="all" baseline="0">
                <a:latin typeface="+mn-lt"/>
              </a:defRPr>
            </a:lvl1pPr>
          </a:lstStyle>
          <a:p>
            <a:pPr lvl="0"/>
            <a:r>
              <a:rPr lang="en-US" dirty="0"/>
              <a:t>Click to add text</a:t>
            </a:r>
          </a:p>
        </p:txBody>
      </p:sp>
      <p:sp>
        <p:nvSpPr>
          <p:cNvPr id="55" name="Text Placeholder 46">
            <a:extLst>
              <a:ext uri="{FF2B5EF4-FFF2-40B4-BE49-F238E27FC236}">
                <a16:creationId xmlns:a16="http://schemas.microsoft.com/office/drawing/2014/main" xmlns="" id="{1A8C6A0D-BDFC-5DD0-110E-B4C5AE72306B}"/>
              </a:ext>
            </a:extLst>
          </p:cNvPr>
          <p:cNvSpPr>
            <a:spLocks noGrp="1"/>
          </p:cNvSpPr>
          <p:nvPr>
            <p:ph type="body" sz="quarter" idx="24" hasCustomPrompt="1"/>
          </p:nvPr>
        </p:nvSpPr>
        <p:spPr>
          <a:xfrm>
            <a:off x="9260401" y="5550408"/>
            <a:ext cx="2423160" cy="748792"/>
          </a:xfrm>
        </p:spPr>
        <p:txBody>
          <a:bodyPr anchor="t">
            <a:normAutofit/>
          </a:bodyPr>
          <a:lstStyle>
            <a:lvl1pPr marL="0" indent="0" algn="ctr">
              <a:lnSpc>
                <a:spcPct val="100000"/>
              </a:lnSpc>
              <a:spcBef>
                <a:spcPts val="0"/>
              </a:spcBef>
              <a:buNone/>
              <a:defRPr sz="1800" cap="none" baseline="0"/>
            </a:lvl1pPr>
          </a:lstStyle>
          <a:p>
            <a:pPr lvl="0"/>
            <a:r>
              <a:rPr lang="en-US" dirty="0"/>
              <a:t>Click to add text</a:t>
            </a:r>
          </a:p>
        </p:txBody>
      </p:sp>
      <p:sp>
        <p:nvSpPr>
          <p:cNvPr id="4" name="Date Placeholder 3">
            <a:extLst>
              <a:ext uri="{FF2B5EF4-FFF2-40B4-BE49-F238E27FC236}">
                <a16:creationId xmlns:a16="http://schemas.microsoft.com/office/drawing/2014/main" xmlns=""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xmlns=""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xmlns="" id="{BF4A5FC7-AE15-3D20-F798-0247D85FF797}"/>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xmlns="" val="2830715435"/>
      </p:ext>
    </p:extLst>
  </p:cSld>
  <p:clrMapOvr>
    <a:masterClrMapping/>
  </p:clrMapOvr>
  <p:extLst>
    <p:ext uri="{DCECCB84-F9BA-43D5-87BE-67443E8EF086}">
      <p15:sldGuideLst xmlns:p15="http://schemas.microsoft.com/office/powerpoint/2012/main" xmlns="">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xmlns="" id="{11C6679A-1B60-DCCD-7295-255649B92C60}"/>
              </a:ext>
              <a:ext uri="{C183D7F6-B498-43B3-948B-1728B52AA6E4}">
                <adec:decorative xmlns:adec="http://schemas.microsoft.com/office/drawing/2017/decorative" xmlns=""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xmlns="" id="{FDA50B04-DEA5-DCCF-0DAD-0D3B122FD652}"/>
              </a:ext>
            </a:extLst>
          </p:cNvPr>
          <p:cNvSpPr>
            <a:spLocks noGrp="1"/>
          </p:cNvSpPr>
          <p:nvPr>
            <p:ph type="title" hasCustomPrompt="1"/>
          </p:nvPr>
        </p:nvSpPr>
        <p:spPr>
          <a:xfrm>
            <a:off x="576072" y="71120"/>
            <a:ext cx="10839862" cy="1309624"/>
          </a:xfrm>
        </p:spPr>
        <p:txBody>
          <a:bodyPr anchor="b" anchorCtr="0"/>
          <a:lstStyle>
            <a:lvl1pPr>
              <a:defRPr sz="4800"/>
            </a:lvl1pPr>
          </a:lstStyle>
          <a:p>
            <a:r>
              <a:rPr lang="en-US" dirty="0"/>
              <a:t>click to add title</a:t>
            </a:r>
          </a:p>
        </p:txBody>
      </p:sp>
      <p:sp>
        <p:nvSpPr>
          <p:cNvPr id="39" name="Picture Placeholder 38">
            <a:extLst>
              <a:ext uri="{FF2B5EF4-FFF2-40B4-BE49-F238E27FC236}">
                <a16:creationId xmlns:a16="http://schemas.microsoft.com/office/drawing/2014/main" xmlns=""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t">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xmlns="" id="{EC58C559-7910-45EC-28D0-D37F02FA738C}"/>
              </a:ext>
            </a:extLst>
          </p:cNvPr>
          <p:cNvSpPr>
            <a:spLocks noGrp="1"/>
          </p:cNvSpPr>
          <p:nvPr>
            <p:ph type="body" sz="quarter" idx="17" hasCustomPrompt="1"/>
          </p:nvPr>
        </p:nvSpPr>
        <p:spPr>
          <a:xfrm>
            <a:off x="633259" y="3392424"/>
            <a:ext cx="2423160" cy="310896"/>
          </a:xfrm>
        </p:spPr>
        <p:txBody>
          <a:bodyPr anchor="ctr" anchorCtr="0">
            <a:noAutofit/>
          </a:bodyPr>
          <a:lstStyle>
            <a:lvl1pPr marL="0" indent="0" algn="ctr">
              <a:lnSpc>
                <a:spcPct val="100000"/>
              </a:lnSpc>
              <a:spcBef>
                <a:spcPts val="0"/>
              </a:spcBef>
              <a:buNone/>
              <a:defRPr sz="1400" b="1" cap="all" baseline="0">
                <a:latin typeface="+mn-lt"/>
              </a:defRPr>
            </a:lvl1pPr>
          </a:lstStyle>
          <a:p>
            <a:pPr lvl="0"/>
            <a:r>
              <a:rPr lang="en-US" dirty="0"/>
              <a:t>Click to add text</a:t>
            </a:r>
          </a:p>
        </p:txBody>
      </p:sp>
      <p:sp>
        <p:nvSpPr>
          <p:cNvPr id="52" name="Text Placeholder 46">
            <a:extLst>
              <a:ext uri="{FF2B5EF4-FFF2-40B4-BE49-F238E27FC236}">
                <a16:creationId xmlns:a16="http://schemas.microsoft.com/office/drawing/2014/main" xmlns="" id="{F66E5144-974A-0BDB-D167-9253CC65BF1E}"/>
              </a:ext>
            </a:extLst>
          </p:cNvPr>
          <p:cNvSpPr>
            <a:spLocks noGrp="1"/>
          </p:cNvSpPr>
          <p:nvPr>
            <p:ph type="body" sz="quarter" idx="21" hasCustomPrompt="1"/>
          </p:nvPr>
        </p:nvSpPr>
        <p:spPr>
          <a:xfrm>
            <a:off x="633259" y="3736848"/>
            <a:ext cx="2423160" cy="310896"/>
          </a:xfrm>
        </p:spPr>
        <p:txBody>
          <a:bodyPr tIns="0" anchor="t">
            <a:normAutofit/>
          </a:bodyPr>
          <a:lstStyle>
            <a:lvl1pPr marL="0" indent="0" algn="ctr">
              <a:lnSpc>
                <a:spcPct val="100000"/>
              </a:lnSpc>
              <a:spcBef>
                <a:spcPts val="0"/>
              </a:spcBef>
              <a:buNone/>
              <a:defRPr sz="1400" cap="none" baseline="0"/>
            </a:lvl1pPr>
          </a:lstStyle>
          <a:p>
            <a:pPr lvl="0"/>
            <a:r>
              <a:rPr lang="en-US" dirty="0"/>
              <a:t>Click to add text</a:t>
            </a:r>
          </a:p>
        </p:txBody>
      </p:sp>
      <p:sp>
        <p:nvSpPr>
          <p:cNvPr id="40" name="Picture Placeholder 39">
            <a:extLst>
              <a:ext uri="{FF2B5EF4-FFF2-40B4-BE49-F238E27FC236}">
                <a16:creationId xmlns:a16="http://schemas.microsoft.com/office/drawing/2014/main" xmlns=""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t">
            <a:noAutofit/>
          </a:bodyPr>
          <a:lstStyle>
            <a:lvl1pPr marL="0" indent="0" algn="ctr">
              <a:buNone/>
              <a:defRPr sz="1800">
                <a:solidFill>
                  <a:schemeClr val="accent1"/>
                </a:solidFill>
              </a:defRPr>
            </a:lvl1pPr>
          </a:lstStyle>
          <a:p>
            <a:r>
              <a:rPr lang="en-US"/>
              <a:t>Click icon to add picture</a:t>
            </a:r>
            <a:endParaRPr lang="en-US" dirty="0"/>
          </a:p>
        </p:txBody>
      </p:sp>
      <p:sp>
        <p:nvSpPr>
          <p:cNvPr id="48" name="Text Placeholder 46">
            <a:extLst>
              <a:ext uri="{FF2B5EF4-FFF2-40B4-BE49-F238E27FC236}">
                <a16:creationId xmlns:a16="http://schemas.microsoft.com/office/drawing/2014/main" xmlns="" id="{868B70E3-3C97-4D65-D598-457720AA7253}"/>
              </a:ext>
            </a:extLst>
          </p:cNvPr>
          <p:cNvSpPr>
            <a:spLocks noGrp="1"/>
          </p:cNvSpPr>
          <p:nvPr>
            <p:ph type="body" sz="quarter" idx="18" hasCustomPrompt="1"/>
          </p:nvPr>
        </p:nvSpPr>
        <p:spPr>
          <a:xfrm>
            <a:off x="3419764" y="3392424"/>
            <a:ext cx="2423160" cy="310896"/>
          </a:xfrm>
        </p:spPr>
        <p:txBody>
          <a:bodyPr anchor="ctr" anchorCtr="0">
            <a:noAutofit/>
          </a:bodyPr>
          <a:lstStyle>
            <a:lvl1pPr marL="0" indent="0" algn="ctr">
              <a:lnSpc>
                <a:spcPct val="100000"/>
              </a:lnSpc>
              <a:spcBef>
                <a:spcPts val="0"/>
              </a:spcBef>
              <a:buNone/>
              <a:defRPr sz="1400" b="1" cap="all" baseline="0">
                <a:latin typeface="+mn-lt"/>
              </a:defRPr>
            </a:lvl1pPr>
          </a:lstStyle>
          <a:p>
            <a:pPr lvl="0"/>
            <a:r>
              <a:rPr lang="en-US" dirty="0"/>
              <a:t>Click to add text</a:t>
            </a:r>
          </a:p>
        </p:txBody>
      </p:sp>
      <p:sp>
        <p:nvSpPr>
          <p:cNvPr id="53" name="Text Placeholder 46">
            <a:extLst>
              <a:ext uri="{FF2B5EF4-FFF2-40B4-BE49-F238E27FC236}">
                <a16:creationId xmlns:a16="http://schemas.microsoft.com/office/drawing/2014/main" xmlns="" id="{1D923A5E-0C6A-FC00-A515-E5A508A54FBD}"/>
              </a:ext>
            </a:extLst>
          </p:cNvPr>
          <p:cNvSpPr>
            <a:spLocks noGrp="1"/>
          </p:cNvSpPr>
          <p:nvPr>
            <p:ph type="body" sz="quarter" idx="22" hasCustomPrompt="1"/>
          </p:nvPr>
        </p:nvSpPr>
        <p:spPr>
          <a:xfrm>
            <a:off x="3419764" y="3736848"/>
            <a:ext cx="2423160" cy="310896"/>
          </a:xfrm>
        </p:spPr>
        <p:txBody>
          <a:bodyPr tIns="0" anchor="t">
            <a:normAutofit/>
          </a:bodyPr>
          <a:lstStyle>
            <a:lvl1pPr marL="0" indent="0" algn="ctr">
              <a:lnSpc>
                <a:spcPct val="100000"/>
              </a:lnSpc>
              <a:spcBef>
                <a:spcPts val="0"/>
              </a:spcBef>
              <a:buNone/>
              <a:defRPr sz="1400" cap="none" baseline="0"/>
            </a:lvl1pPr>
          </a:lstStyle>
          <a:p>
            <a:pPr lvl="0"/>
            <a:r>
              <a:rPr lang="en-US" dirty="0"/>
              <a:t>Click to add text</a:t>
            </a:r>
          </a:p>
        </p:txBody>
      </p:sp>
      <p:sp>
        <p:nvSpPr>
          <p:cNvPr id="41" name="Picture Placeholder 40">
            <a:extLst>
              <a:ext uri="{FF2B5EF4-FFF2-40B4-BE49-F238E27FC236}">
                <a16:creationId xmlns:a16="http://schemas.microsoft.com/office/drawing/2014/main" xmlns=""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t">
            <a:noAutofit/>
          </a:bodyPr>
          <a:lstStyle>
            <a:lvl1pPr marL="0" indent="0" algn="ctr">
              <a:buNone/>
              <a:defRPr sz="1800">
                <a:solidFill>
                  <a:schemeClr val="accent1"/>
                </a:solidFill>
              </a:defRPr>
            </a:lvl1pPr>
          </a:lstStyle>
          <a:p>
            <a:r>
              <a:rPr lang="en-US"/>
              <a:t>Click icon to add picture</a:t>
            </a:r>
            <a:endParaRPr lang="en-US" dirty="0"/>
          </a:p>
        </p:txBody>
      </p:sp>
      <p:sp>
        <p:nvSpPr>
          <p:cNvPr id="49" name="Text Placeholder 46">
            <a:extLst>
              <a:ext uri="{FF2B5EF4-FFF2-40B4-BE49-F238E27FC236}">
                <a16:creationId xmlns:a16="http://schemas.microsoft.com/office/drawing/2014/main" xmlns="" id="{89924195-02EA-2AF9-C021-ED282397B88B}"/>
              </a:ext>
            </a:extLst>
          </p:cNvPr>
          <p:cNvSpPr>
            <a:spLocks noGrp="1"/>
          </p:cNvSpPr>
          <p:nvPr>
            <p:ph type="body" sz="quarter" idx="19" hasCustomPrompt="1"/>
          </p:nvPr>
        </p:nvSpPr>
        <p:spPr>
          <a:xfrm>
            <a:off x="6206269" y="3392424"/>
            <a:ext cx="2423160" cy="310896"/>
          </a:xfrm>
        </p:spPr>
        <p:txBody>
          <a:bodyPr anchor="ctr" anchorCtr="0">
            <a:noAutofit/>
          </a:bodyPr>
          <a:lstStyle>
            <a:lvl1pPr marL="0" indent="0" algn="ctr">
              <a:lnSpc>
                <a:spcPct val="100000"/>
              </a:lnSpc>
              <a:spcBef>
                <a:spcPts val="0"/>
              </a:spcBef>
              <a:buNone/>
              <a:defRPr sz="1400" b="1" cap="all" baseline="0">
                <a:latin typeface="+mn-lt"/>
              </a:defRPr>
            </a:lvl1pPr>
          </a:lstStyle>
          <a:p>
            <a:pPr lvl="0"/>
            <a:r>
              <a:rPr lang="en-US" dirty="0"/>
              <a:t>Click to add text</a:t>
            </a:r>
          </a:p>
        </p:txBody>
      </p:sp>
      <p:sp>
        <p:nvSpPr>
          <p:cNvPr id="54" name="Text Placeholder 46">
            <a:extLst>
              <a:ext uri="{FF2B5EF4-FFF2-40B4-BE49-F238E27FC236}">
                <a16:creationId xmlns:a16="http://schemas.microsoft.com/office/drawing/2014/main" xmlns="" id="{01866408-222B-FAA6-3180-5AA98BF83142}"/>
              </a:ext>
            </a:extLst>
          </p:cNvPr>
          <p:cNvSpPr>
            <a:spLocks noGrp="1"/>
          </p:cNvSpPr>
          <p:nvPr>
            <p:ph type="body" sz="quarter" idx="23" hasCustomPrompt="1"/>
          </p:nvPr>
        </p:nvSpPr>
        <p:spPr>
          <a:xfrm>
            <a:off x="6206269" y="3736848"/>
            <a:ext cx="2423160" cy="310896"/>
          </a:xfrm>
        </p:spPr>
        <p:txBody>
          <a:bodyPr tIns="0" anchor="t">
            <a:normAutofit/>
          </a:bodyPr>
          <a:lstStyle>
            <a:lvl1pPr marL="0" indent="0" algn="ctr">
              <a:lnSpc>
                <a:spcPct val="100000"/>
              </a:lnSpc>
              <a:spcBef>
                <a:spcPts val="0"/>
              </a:spcBef>
              <a:buNone/>
              <a:defRPr sz="1400" cap="none" baseline="0"/>
            </a:lvl1pPr>
          </a:lstStyle>
          <a:p>
            <a:pPr lvl="0"/>
            <a:r>
              <a:rPr lang="en-US" dirty="0"/>
              <a:t>Click to add text</a:t>
            </a:r>
          </a:p>
        </p:txBody>
      </p:sp>
      <p:sp>
        <p:nvSpPr>
          <p:cNvPr id="42" name="Picture Placeholder 41">
            <a:extLst>
              <a:ext uri="{FF2B5EF4-FFF2-40B4-BE49-F238E27FC236}">
                <a16:creationId xmlns:a16="http://schemas.microsoft.com/office/drawing/2014/main" xmlns=""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t">
            <a:noAutofit/>
          </a:bodyPr>
          <a:lstStyle>
            <a:lvl1pPr marL="0" indent="0" algn="ctr">
              <a:buNone/>
              <a:defRPr sz="1800">
                <a:solidFill>
                  <a:schemeClr val="accent1"/>
                </a:solidFill>
              </a:defRPr>
            </a:lvl1pPr>
          </a:lstStyle>
          <a:p>
            <a:r>
              <a:rPr lang="en-US"/>
              <a:t>Click icon to add picture</a:t>
            </a:r>
            <a:endParaRPr lang="en-US" dirty="0"/>
          </a:p>
        </p:txBody>
      </p:sp>
      <p:sp>
        <p:nvSpPr>
          <p:cNvPr id="50" name="Text Placeholder 46">
            <a:extLst>
              <a:ext uri="{FF2B5EF4-FFF2-40B4-BE49-F238E27FC236}">
                <a16:creationId xmlns:a16="http://schemas.microsoft.com/office/drawing/2014/main" xmlns="" id="{582E2EDB-08EC-D1DE-3C7C-2FC0C70B27C5}"/>
              </a:ext>
            </a:extLst>
          </p:cNvPr>
          <p:cNvSpPr>
            <a:spLocks noGrp="1"/>
          </p:cNvSpPr>
          <p:nvPr>
            <p:ph type="body" sz="quarter" idx="20" hasCustomPrompt="1"/>
          </p:nvPr>
        </p:nvSpPr>
        <p:spPr>
          <a:xfrm>
            <a:off x="8992774" y="3392424"/>
            <a:ext cx="2423160" cy="310896"/>
          </a:xfrm>
        </p:spPr>
        <p:txBody>
          <a:bodyPr anchor="ctr" anchorCtr="0">
            <a:noAutofit/>
          </a:bodyPr>
          <a:lstStyle>
            <a:lvl1pPr marL="0" indent="0" algn="ctr">
              <a:lnSpc>
                <a:spcPct val="100000"/>
              </a:lnSpc>
              <a:spcBef>
                <a:spcPts val="0"/>
              </a:spcBef>
              <a:buNone/>
              <a:defRPr sz="1400" b="1" cap="all" baseline="0">
                <a:latin typeface="+mn-lt"/>
              </a:defRPr>
            </a:lvl1pPr>
          </a:lstStyle>
          <a:p>
            <a:pPr lvl="0"/>
            <a:r>
              <a:rPr lang="en-US" dirty="0"/>
              <a:t>Click to add text</a:t>
            </a:r>
          </a:p>
        </p:txBody>
      </p:sp>
      <p:sp>
        <p:nvSpPr>
          <p:cNvPr id="55" name="Text Placeholder 46">
            <a:extLst>
              <a:ext uri="{FF2B5EF4-FFF2-40B4-BE49-F238E27FC236}">
                <a16:creationId xmlns:a16="http://schemas.microsoft.com/office/drawing/2014/main" xmlns="" id="{1A8C6A0D-BDFC-5DD0-110E-B4C5AE72306B}"/>
              </a:ext>
            </a:extLst>
          </p:cNvPr>
          <p:cNvSpPr>
            <a:spLocks noGrp="1"/>
          </p:cNvSpPr>
          <p:nvPr>
            <p:ph type="body" sz="quarter" idx="24" hasCustomPrompt="1"/>
          </p:nvPr>
        </p:nvSpPr>
        <p:spPr>
          <a:xfrm>
            <a:off x="8992774" y="3736848"/>
            <a:ext cx="2423160" cy="310896"/>
          </a:xfrm>
        </p:spPr>
        <p:txBody>
          <a:bodyPr tIns="0" anchor="t">
            <a:normAutofit/>
          </a:bodyPr>
          <a:lstStyle>
            <a:lvl1pPr marL="0" indent="0" algn="ctr">
              <a:lnSpc>
                <a:spcPct val="100000"/>
              </a:lnSpc>
              <a:spcBef>
                <a:spcPts val="0"/>
              </a:spcBef>
              <a:buNone/>
              <a:defRPr sz="1400" cap="none" baseline="0"/>
            </a:lvl1pPr>
          </a:lstStyle>
          <a:p>
            <a:pPr lvl="0"/>
            <a:r>
              <a:rPr lang="en-US" dirty="0"/>
              <a:t>Click to add text</a:t>
            </a:r>
          </a:p>
        </p:txBody>
      </p:sp>
      <p:sp>
        <p:nvSpPr>
          <p:cNvPr id="2" name="Picture Placeholder 38">
            <a:extLst>
              <a:ext uri="{FF2B5EF4-FFF2-40B4-BE49-F238E27FC236}">
                <a16:creationId xmlns:a16="http://schemas.microsoft.com/office/drawing/2014/main" xmlns=""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t">
            <a:noAutofit/>
          </a:bodyPr>
          <a:lstStyle>
            <a:lvl1pPr marL="0" indent="0" algn="ctr">
              <a:buNone/>
              <a:defRPr sz="1800">
                <a:solidFill>
                  <a:schemeClr val="accent1"/>
                </a:solidFill>
              </a:defRPr>
            </a:lvl1pPr>
          </a:lstStyle>
          <a:p>
            <a:r>
              <a:rPr lang="en-US"/>
              <a:t>Click icon to add picture</a:t>
            </a:r>
            <a:endParaRPr lang="en-US" dirty="0"/>
          </a:p>
        </p:txBody>
      </p:sp>
      <p:sp>
        <p:nvSpPr>
          <p:cNvPr id="9" name="Text Placeholder 46">
            <a:extLst>
              <a:ext uri="{FF2B5EF4-FFF2-40B4-BE49-F238E27FC236}">
                <a16:creationId xmlns:a16="http://schemas.microsoft.com/office/drawing/2014/main" xmlns="" id="{1732A3A5-B50F-7A5D-DA66-644509A99987}"/>
              </a:ext>
            </a:extLst>
          </p:cNvPr>
          <p:cNvSpPr>
            <a:spLocks noGrp="1"/>
          </p:cNvSpPr>
          <p:nvPr>
            <p:ph type="body" sz="quarter" idx="29" hasCustomPrompt="1"/>
          </p:nvPr>
        </p:nvSpPr>
        <p:spPr>
          <a:xfrm>
            <a:off x="633259" y="6062472"/>
            <a:ext cx="2423160" cy="310896"/>
          </a:xfrm>
        </p:spPr>
        <p:txBody>
          <a:bodyPr anchor="ctr" anchorCtr="0">
            <a:noAutofit/>
          </a:bodyPr>
          <a:lstStyle>
            <a:lvl1pPr marL="0" indent="0" algn="ctr">
              <a:lnSpc>
                <a:spcPct val="100000"/>
              </a:lnSpc>
              <a:spcBef>
                <a:spcPts val="0"/>
              </a:spcBef>
              <a:buNone/>
              <a:defRPr sz="1400" b="1" cap="all" baseline="0">
                <a:latin typeface="+mn-lt"/>
              </a:defRPr>
            </a:lvl1pPr>
          </a:lstStyle>
          <a:p>
            <a:pPr lvl="0"/>
            <a:r>
              <a:rPr lang="en-US" dirty="0"/>
              <a:t>Click to add text</a:t>
            </a:r>
          </a:p>
        </p:txBody>
      </p:sp>
      <p:sp>
        <p:nvSpPr>
          <p:cNvPr id="13" name="Text Placeholder 46">
            <a:extLst>
              <a:ext uri="{FF2B5EF4-FFF2-40B4-BE49-F238E27FC236}">
                <a16:creationId xmlns:a16="http://schemas.microsoft.com/office/drawing/2014/main" xmlns="" id="{35C6F103-92F0-87A2-E3CC-656E2EF3E365}"/>
              </a:ext>
            </a:extLst>
          </p:cNvPr>
          <p:cNvSpPr>
            <a:spLocks noGrp="1"/>
          </p:cNvSpPr>
          <p:nvPr>
            <p:ph type="body" sz="quarter" idx="33" hasCustomPrompt="1"/>
          </p:nvPr>
        </p:nvSpPr>
        <p:spPr>
          <a:xfrm>
            <a:off x="633259" y="6406896"/>
            <a:ext cx="2423160" cy="310896"/>
          </a:xfrm>
        </p:spPr>
        <p:txBody>
          <a:bodyPr tIns="0" anchor="t">
            <a:normAutofit/>
          </a:bodyPr>
          <a:lstStyle>
            <a:lvl1pPr marL="0" indent="0" algn="ctr">
              <a:lnSpc>
                <a:spcPct val="100000"/>
              </a:lnSpc>
              <a:spcBef>
                <a:spcPts val="0"/>
              </a:spcBef>
              <a:buNone/>
              <a:defRPr sz="1400" cap="none" baseline="0"/>
            </a:lvl1pPr>
          </a:lstStyle>
          <a:p>
            <a:pPr lvl="0"/>
            <a:r>
              <a:rPr lang="en-US" dirty="0"/>
              <a:t>Click to add text</a:t>
            </a:r>
          </a:p>
        </p:txBody>
      </p:sp>
      <p:sp>
        <p:nvSpPr>
          <p:cNvPr id="3" name="Picture Placeholder 39">
            <a:extLst>
              <a:ext uri="{FF2B5EF4-FFF2-40B4-BE49-F238E27FC236}">
                <a16:creationId xmlns:a16="http://schemas.microsoft.com/office/drawing/2014/main" xmlns=""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t">
            <a:noAutofit/>
          </a:bodyPr>
          <a:lstStyle>
            <a:lvl1pPr marL="0" indent="0" algn="ctr">
              <a:buNone/>
              <a:defRPr sz="1800">
                <a:solidFill>
                  <a:schemeClr val="accent1"/>
                </a:solidFill>
              </a:defRPr>
            </a:lvl1pPr>
          </a:lstStyle>
          <a:p>
            <a:r>
              <a:rPr lang="en-US"/>
              <a:t>Click icon to add picture</a:t>
            </a:r>
            <a:endParaRPr lang="en-US" dirty="0"/>
          </a:p>
        </p:txBody>
      </p:sp>
      <p:sp>
        <p:nvSpPr>
          <p:cNvPr id="10" name="Text Placeholder 46">
            <a:extLst>
              <a:ext uri="{FF2B5EF4-FFF2-40B4-BE49-F238E27FC236}">
                <a16:creationId xmlns:a16="http://schemas.microsoft.com/office/drawing/2014/main" xmlns="" id="{87CC578C-FDBD-2BD2-8930-A795C0A8D1FC}"/>
              </a:ext>
            </a:extLst>
          </p:cNvPr>
          <p:cNvSpPr>
            <a:spLocks noGrp="1"/>
          </p:cNvSpPr>
          <p:nvPr>
            <p:ph type="body" sz="quarter" idx="30" hasCustomPrompt="1"/>
          </p:nvPr>
        </p:nvSpPr>
        <p:spPr>
          <a:xfrm>
            <a:off x="3419764" y="6062472"/>
            <a:ext cx="2423160" cy="310896"/>
          </a:xfrm>
        </p:spPr>
        <p:txBody>
          <a:bodyPr anchor="ctr" anchorCtr="0">
            <a:noAutofit/>
          </a:bodyPr>
          <a:lstStyle>
            <a:lvl1pPr marL="0" indent="0" algn="ctr">
              <a:lnSpc>
                <a:spcPct val="100000"/>
              </a:lnSpc>
              <a:spcBef>
                <a:spcPts val="0"/>
              </a:spcBef>
              <a:buNone/>
              <a:defRPr sz="1400" b="1" cap="all" baseline="0">
                <a:latin typeface="+mn-lt"/>
              </a:defRPr>
            </a:lvl1pPr>
          </a:lstStyle>
          <a:p>
            <a:pPr lvl="0"/>
            <a:r>
              <a:rPr lang="en-US" dirty="0"/>
              <a:t>Click to add text</a:t>
            </a:r>
          </a:p>
        </p:txBody>
      </p:sp>
      <p:sp>
        <p:nvSpPr>
          <p:cNvPr id="14" name="Text Placeholder 46">
            <a:extLst>
              <a:ext uri="{FF2B5EF4-FFF2-40B4-BE49-F238E27FC236}">
                <a16:creationId xmlns:a16="http://schemas.microsoft.com/office/drawing/2014/main" xmlns="" id="{C30881DE-F3FC-C690-BFCB-9EF66A5EB141}"/>
              </a:ext>
            </a:extLst>
          </p:cNvPr>
          <p:cNvSpPr>
            <a:spLocks noGrp="1"/>
          </p:cNvSpPr>
          <p:nvPr>
            <p:ph type="body" sz="quarter" idx="34" hasCustomPrompt="1"/>
          </p:nvPr>
        </p:nvSpPr>
        <p:spPr>
          <a:xfrm>
            <a:off x="3419764" y="6406896"/>
            <a:ext cx="2423160" cy="310896"/>
          </a:xfrm>
        </p:spPr>
        <p:txBody>
          <a:bodyPr tIns="0" anchor="t">
            <a:normAutofit/>
          </a:bodyPr>
          <a:lstStyle>
            <a:lvl1pPr marL="0" indent="0" algn="ctr">
              <a:lnSpc>
                <a:spcPct val="100000"/>
              </a:lnSpc>
              <a:spcBef>
                <a:spcPts val="0"/>
              </a:spcBef>
              <a:buNone/>
              <a:defRPr sz="1400" cap="none" baseline="0"/>
            </a:lvl1pPr>
          </a:lstStyle>
          <a:p>
            <a:pPr lvl="0"/>
            <a:r>
              <a:rPr lang="en-US" dirty="0"/>
              <a:t>Click to add text</a:t>
            </a:r>
          </a:p>
        </p:txBody>
      </p:sp>
      <p:sp>
        <p:nvSpPr>
          <p:cNvPr id="7" name="Picture Placeholder 40">
            <a:extLst>
              <a:ext uri="{FF2B5EF4-FFF2-40B4-BE49-F238E27FC236}">
                <a16:creationId xmlns:a16="http://schemas.microsoft.com/office/drawing/2014/main" xmlns=""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t">
            <a:noAutofit/>
          </a:bodyPr>
          <a:lstStyle>
            <a:lvl1pPr marL="0" indent="0" algn="ctr">
              <a:buNone/>
              <a:defRPr sz="1800">
                <a:solidFill>
                  <a:schemeClr val="accent1"/>
                </a:solidFill>
              </a:defRPr>
            </a:lvl1pPr>
          </a:lstStyle>
          <a:p>
            <a:r>
              <a:rPr lang="en-US"/>
              <a:t>Click icon to add picture</a:t>
            </a:r>
            <a:endParaRPr lang="en-US" dirty="0"/>
          </a:p>
        </p:txBody>
      </p:sp>
      <p:sp>
        <p:nvSpPr>
          <p:cNvPr id="11" name="Text Placeholder 46">
            <a:extLst>
              <a:ext uri="{FF2B5EF4-FFF2-40B4-BE49-F238E27FC236}">
                <a16:creationId xmlns:a16="http://schemas.microsoft.com/office/drawing/2014/main" xmlns="" id="{6CE31252-6548-7D94-98E5-E652CED78F27}"/>
              </a:ext>
            </a:extLst>
          </p:cNvPr>
          <p:cNvSpPr>
            <a:spLocks noGrp="1"/>
          </p:cNvSpPr>
          <p:nvPr>
            <p:ph type="body" sz="quarter" idx="31" hasCustomPrompt="1"/>
          </p:nvPr>
        </p:nvSpPr>
        <p:spPr>
          <a:xfrm>
            <a:off x="6206269" y="6062472"/>
            <a:ext cx="2423160" cy="310896"/>
          </a:xfrm>
        </p:spPr>
        <p:txBody>
          <a:bodyPr anchor="ctr" anchorCtr="0">
            <a:noAutofit/>
          </a:bodyPr>
          <a:lstStyle>
            <a:lvl1pPr marL="0" indent="0" algn="ctr">
              <a:lnSpc>
                <a:spcPct val="100000"/>
              </a:lnSpc>
              <a:spcBef>
                <a:spcPts val="0"/>
              </a:spcBef>
              <a:buNone/>
              <a:defRPr sz="1400" b="1" cap="all" baseline="0">
                <a:latin typeface="+mn-lt"/>
              </a:defRPr>
            </a:lvl1pPr>
          </a:lstStyle>
          <a:p>
            <a:pPr lvl="0"/>
            <a:r>
              <a:rPr lang="en-US" dirty="0"/>
              <a:t>Click to add text</a:t>
            </a:r>
          </a:p>
        </p:txBody>
      </p:sp>
      <p:sp>
        <p:nvSpPr>
          <p:cNvPr id="15" name="Text Placeholder 46">
            <a:extLst>
              <a:ext uri="{FF2B5EF4-FFF2-40B4-BE49-F238E27FC236}">
                <a16:creationId xmlns:a16="http://schemas.microsoft.com/office/drawing/2014/main" xmlns="" id="{971AAA9F-B007-79B3-0B99-BE5131FC81F3}"/>
              </a:ext>
            </a:extLst>
          </p:cNvPr>
          <p:cNvSpPr>
            <a:spLocks noGrp="1"/>
          </p:cNvSpPr>
          <p:nvPr>
            <p:ph type="body" sz="quarter" idx="35" hasCustomPrompt="1"/>
          </p:nvPr>
        </p:nvSpPr>
        <p:spPr>
          <a:xfrm>
            <a:off x="6206269" y="6406896"/>
            <a:ext cx="2423160" cy="310896"/>
          </a:xfrm>
        </p:spPr>
        <p:txBody>
          <a:bodyPr tIns="0" anchor="t">
            <a:normAutofit/>
          </a:bodyPr>
          <a:lstStyle>
            <a:lvl1pPr marL="0" indent="0" algn="ctr">
              <a:lnSpc>
                <a:spcPct val="100000"/>
              </a:lnSpc>
              <a:spcBef>
                <a:spcPts val="0"/>
              </a:spcBef>
              <a:buNone/>
              <a:defRPr sz="1400" cap="none" baseline="0"/>
            </a:lvl1pPr>
          </a:lstStyle>
          <a:p>
            <a:pPr lvl="0"/>
            <a:r>
              <a:rPr lang="en-US" dirty="0"/>
              <a:t>Click to add text</a:t>
            </a:r>
          </a:p>
        </p:txBody>
      </p:sp>
      <p:sp>
        <p:nvSpPr>
          <p:cNvPr id="8" name="Picture Placeholder 41">
            <a:extLst>
              <a:ext uri="{FF2B5EF4-FFF2-40B4-BE49-F238E27FC236}">
                <a16:creationId xmlns:a16="http://schemas.microsoft.com/office/drawing/2014/main" xmlns=""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t">
            <a:noAutofit/>
          </a:bodyPr>
          <a:lstStyle>
            <a:lvl1pPr marL="0" indent="0" algn="ctr">
              <a:buNone/>
              <a:defRPr sz="1800">
                <a:solidFill>
                  <a:schemeClr val="accent1"/>
                </a:solidFill>
              </a:defRPr>
            </a:lvl1pPr>
          </a:lstStyle>
          <a:p>
            <a:r>
              <a:rPr lang="en-US"/>
              <a:t>Click icon to add picture</a:t>
            </a:r>
            <a:endParaRPr lang="en-US" dirty="0"/>
          </a:p>
        </p:txBody>
      </p:sp>
      <p:sp>
        <p:nvSpPr>
          <p:cNvPr id="12" name="Text Placeholder 46">
            <a:extLst>
              <a:ext uri="{FF2B5EF4-FFF2-40B4-BE49-F238E27FC236}">
                <a16:creationId xmlns:a16="http://schemas.microsoft.com/office/drawing/2014/main" xmlns="" id="{2C4E0AF4-17FD-BEAA-BDD9-806DC564D2F7}"/>
              </a:ext>
            </a:extLst>
          </p:cNvPr>
          <p:cNvSpPr>
            <a:spLocks noGrp="1"/>
          </p:cNvSpPr>
          <p:nvPr>
            <p:ph type="body" sz="quarter" idx="32" hasCustomPrompt="1"/>
          </p:nvPr>
        </p:nvSpPr>
        <p:spPr>
          <a:xfrm>
            <a:off x="8992774" y="6062472"/>
            <a:ext cx="2423160" cy="310896"/>
          </a:xfrm>
        </p:spPr>
        <p:txBody>
          <a:bodyPr anchor="ctr" anchorCtr="0">
            <a:noAutofit/>
          </a:bodyPr>
          <a:lstStyle>
            <a:lvl1pPr marL="0" indent="0" algn="ctr">
              <a:lnSpc>
                <a:spcPct val="100000"/>
              </a:lnSpc>
              <a:spcBef>
                <a:spcPts val="0"/>
              </a:spcBef>
              <a:buNone/>
              <a:defRPr sz="1400" b="1" cap="all" baseline="0">
                <a:latin typeface="+mn-lt"/>
              </a:defRPr>
            </a:lvl1pPr>
          </a:lstStyle>
          <a:p>
            <a:pPr lvl="0"/>
            <a:r>
              <a:rPr lang="en-US" dirty="0"/>
              <a:t>Click to add text</a:t>
            </a:r>
          </a:p>
        </p:txBody>
      </p:sp>
      <p:sp>
        <p:nvSpPr>
          <p:cNvPr id="16" name="Text Placeholder 46">
            <a:extLst>
              <a:ext uri="{FF2B5EF4-FFF2-40B4-BE49-F238E27FC236}">
                <a16:creationId xmlns:a16="http://schemas.microsoft.com/office/drawing/2014/main" xmlns="" id="{EDC1B84D-1134-2679-FDF4-5B93BE5F27E8}"/>
              </a:ext>
            </a:extLst>
          </p:cNvPr>
          <p:cNvSpPr>
            <a:spLocks noGrp="1"/>
          </p:cNvSpPr>
          <p:nvPr>
            <p:ph type="body" sz="quarter" idx="36" hasCustomPrompt="1"/>
          </p:nvPr>
        </p:nvSpPr>
        <p:spPr>
          <a:xfrm>
            <a:off x="8992774" y="6406896"/>
            <a:ext cx="2423160" cy="310896"/>
          </a:xfrm>
        </p:spPr>
        <p:txBody>
          <a:bodyPr tIns="0" anchor="t">
            <a:normAutofit/>
          </a:bodyPr>
          <a:lstStyle>
            <a:lvl1pPr marL="0" indent="0" algn="ctr">
              <a:lnSpc>
                <a:spcPct val="100000"/>
              </a:lnSpc>
              <a:spcBef>
                <a:spcPts val="0"/>
              </a:spcBef>
              <a:buNone/>
              <a:defRPr sz="1400" cap="none" baseline="0"/>
            </a:lvl1pPr>
          </a:lstStyle>
          <a:p>
            <a:pPr lvl="0"/>
            <a:r>
              <a:rPr lang="en-US" dirty="0"/>
              <a:t>Click to add text</a:t>
            </a:r>
          </a:p>
        </p:txBody>
      </p:sp>
    </p:spTree>
    <p:extLst>
      <p:ext uri="{BB962C8B-B14F-4D97-AF65-F5344CB8AC3E}">
        <p14:creationId xmlns:p14="http://schemas.microsoft.com/office/powerpoint/2010/main" xmlns="" val="1704908538"/>
      </p:ext>
    </p:extLst>
  </p:cSld>
  <p:clrMapOvr>
    <a:masterClrMapping/>
  </p:clrMapOvr>
  <p:extLst>
    <p:ext uri="{DCECCB84-F9BA-43D5-87BE-67443E8EF086}">
      <p15:sldGuideLst xmlns:p15="http://schemas.microsoft.com/office/powerpoint/2012/main" xmlns="">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CC3DDF3E-0168-D279-9178-80FF8D10959C}"/>
              </a:ext>
              <a:ext uri="{C183D7F6-B498-43B3-948B-1728B52AA6E4}">
                <adec:decorative xmlns:adec="http://schemas.microsoft.com/office/drawing/2017/decorative" xmlns="" val="1"/>
              </a:ext>
            </a:extLst>
          </p:cNvPr>
          <p:cNvGrpSpPr/>
          <p:nvPr userDrawn="1"/>
        </p:nvGrpSpPr>
        <p:grpSpPr>
          <a:xfrm>
            <a:off x="2793467" y="1387752"/>
            <a:ext cx="6869968" cy="4650100"/>
            <a:chOff x="2793467" y="1387752"/>
            <a:chExt cx="6869968" cy="4650100"/>
          </a:xfrm>
        </p:grpSpPr>
        <p:sp>
          <p:nvSpPr>
            <p:cNvPr id="49" name="Freeform: Shape 48">
              <a:extLst>
                <a:ext uri="{FF2B5EF4-FFF2-40B4-BE49-F238E27FC236}">
                  <a16:creationId xmlns:a16="http://schemas.microsoft.com/office/drawing/2014/main" xmlns=""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Freeform: Shape 44">
              <a:extLst>
                <a:ext uri="{FF2B5EF4-FFF2-40B4-BE49-F238E27FC236}">
                  <a16:creationId xmlns:a16="http://schemas.microsoft.com/office/drawing/2014/main" xmlns=""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5" name="Freeform: Shape 34">
              <a:extLst>
                <a:ext uri="{FF2B5EF4-FFF2-40B4-BE49-F238E27FC236}">
                  <a16:creationId xmlns:a16="http://schemas.microsoft.com/office/drawing/2014/main" xmlns=""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1" name="Freeform: Shape 40">
              <a:extLst>
                <a:ext uri="{FF2B5EF4-FFF2-40B4-BE49-F238E27FC236}">
                  <a16:creationId xmlns:a16="http://schemas.microsoft.com/office/drawing/2014/main" xmlns=""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52" name="Title 1">
            <a:extLst>
              <a:ext uri="{FF2B5EF4-FFF2-40B4-BE49-F238E27FC236}">
                <a16:creationId xmlns:a16="http://schemas.microsoft.com/office/drawing/2014/main" xmlns="" id="{66B7EB82-B226-DC7B-4629-981CFB7D6089}"/>
              </a:ext>
            </a:extLst>
          </p:cNvPr>
          <p:cNvSpPr>
            <a:spLocks noGrp="1"/>
          </p:cNvSpPr>
          <p:nvPr>
            <p:ph type="title" hasCustomPrompt="1"/>
          </p:nvPr>
        </p:nvSpPr>
        <p:spPr>
          <a:xfrm>
            <a:off x="576072" y="85474"/>
            <a:ext cx="7567360" cy="1295270"/>
          </a:xfrm>
        </p:spPr>
        <p:txBody>
          <a:bodyPr anchor="b" anchorCtr="0"/>
          <a:lstStyle>
            <a:lvl1pPr>
              <a:defRPr sz="4800"/>
            </a:lvl1pPr>
          </a:lstStyle>
          <a:p>
            <a:r>
              <a:rPr lang="en-US" dirty="0"/>
              <a:t>click to add title</a:t>
            </a:r>
          </a:p>
        </p:txBody>
      </p:sp>
      <p:sp>
        <p:nvSpPr>
          <p:cNvPr id="29" name="Text Placeholder 28">
            <a:extLst>
              <a:ext uri="{FF2B5EF4-FFF2-40B4-BE49-F238E27FC236}">
                <a16:creationId xmlns:a16="http://schemas.microsoft.com/office/drawing/2014/main" xmlns="" id="{D4FA3C64-C054-2952-4BDF-E6ECA3289E46}"/>
              </a:ext>
            </a:extLst>
          </p:cNvPr>
          <p:cNvSpPr>
            <a:spLocks noGrp="1"/>
          </p:cNvSpPr>
          <p:nvPr>
            <p:ph type="body" sz="quarter" idx="13" hasCustomPrompt="1"/>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rmAutofit/>
          </a:bodyPr>
          <a:lstStyle>
            <a:lvl1pPr marL="0" indent="0" algn="ctr">
              <a:lnSpc>
                <a:spcPct val="100000"/>
              </a:lnSpc>
              <a:spcBef>
                <a:spcPts val="0"/>
              </a:spcBef>
              <a:buNone/>
              <a:defRPr sz="2000" b="1" cap="all" baseline="0">
                <a:latin typeface="+mn-lt"/>
              </a:defRPr>
            </a:lvl1pPr>
            <a:lvl2pPr marL="0" indent="0" algn="ctr">
              <a:lnSpc>
                <a:spcPct val="100000"/>
              </a:lnSpc>
              <a:spcBef>
                <a:spcPts val="0"/>
              </a:spcBef>
              <a:buNone/>
              <a:defRPr sz="1800"/>
            </a:lvl2pPr>
          </a:lstStyle>
          <a:p>
            <a:pPr lvl="0"/>
            <a:r>
              <a:rPr lang="en-US" dirty="0"/>
              <a:t>Click to add text</a:t>
            </a:r>
          </a:p>
          <a:p>
            <a:pPr lvl="1"/>
            <a:r>
              <a:rPr lang="en-US" dirty="0"/>
              <a:t>second level</a:t>
            </a:r>
          </a:p>
        </p:txBody>
      </p:sp>
      <p:sp>
        <p:nvSpPr>
          <p:cNvPr id="31" name="Text Placeholder 30">
            <a:extLst>
              <a:ext uri="{FF2B5EF4-FFF2-40B4-BE49-F238E27FC236}">
                <a16:creationId xmlns:a16="http://schemas.microsoft.com/office/drawing/2014/main" xmlns="" id="{F1D825FB-1257-A0AE-52A1-4542047D6730}"/>
              </a:ext>
            </a:extLst>
          </p:cNvPr>
          <p:cNvSpPr>
            <a:spLocks noGrp="1"/>
          </p:cNvSpPr>
          <p:nvPr>
            <p:ph type="body" sz="quarter" idx="15" hasCustomPrompt="1"/>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rmAutofit/>
          </a:bodyPr>
          <a:lstStyle>
            <a:lvl1pPr marL="0" indent="0" algn="ctr">
              <a:lnSpc>
                <a:spcPct val="100000"/>
              </a:lnSpc>
              <a:spcBef>
                <a:spcPts val="0"/>
              </a:spcBef>
              <a:buNone/>
              <a:defRPr sz="2000" b="1" cap="all" baseline="0">
                <a:latin typeface="+mn-lt"/>
              </a:defRPr>
            </a:lvl1pPr>
            <a:lvl2pPr marL="0" indent="0" algn="ctr">
              <a:lnSpc>
                <a:spcPct val="100000"/>
              </a:lnSpc>
              <a:spcBef>
                <a:spcPts val="0"/>
              </a:spcBef>
              <a:buNone/>
              <a:defRPr sz="1800">
                <a:latin typeface="+mn-lt"/>
              </a:defRPr>
            </a:lvl2pPr>
          </a:lstStyle>
          <a:p>
            <a:pPr lvl="0"/>
            <a:r>
              <a:rPr lang="en-US" dirty="0"/>
              <a:t>Click to add text</a:t>
            </a:r>
          </a:p>
          <a:p>
            <a:pPr lvl="1"/>
            <a:r>
              <a:rPr lang="en-US" dirty="0"/>
              <a:t>second level</a:t>
            </a:r>
          </a:p>
        </p:txBody>
      </p:sp>
      <p:sp>
        <p:nvSpPr>
          <p:cNvPr id="30" name="Text Placeholder 29">
            <a:extLst>
              <a:ext uri="{FF2B5EF4-FFF2-40B4-BE49-F238E27FC236}">
                <a16:creationId xmlns:a16="http://schemas.microsoft.com/office/drawing/2014/main" xmlns="" id="{42FA87C5-37AE-BC94-DAF3-491F43AB1F03}"/>
              </a:ext>
            </a:extLst>
          </p:cNvPr>
          <p:cNvSpPr>
            <a:spLocks noGrp="1"/>
          </p:cNvSpPr>
          <p:nvPr>
            <p:ph type="body" sz="quarter" idx="14" hasCustomPrompt="1"/>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rmAutofit/>
          </a:bodyPr>
          <a:lstStyle>
            <a:lvl1pPr marL="0" indent="0" algn="ctr">
              <a:lnSpc>
                <a:spcPct val="100000"/>
              </a:lnSpc>
              <a:spcBef>
                <a:spcPts val="0"/>
              </a:spcBef>
              <a:buNone/>
              <a:defRPr sz="2000" b="1" cap="all" baseline="0">
                <a:latin typeface="+mn-lt"/>
              </a:defRPr>
            </a:lvl1pPr>
            <a:lvl2pPr marL="0" indent="0" algn="ctr">
              <a:lnSpc>
                <a:spcPct val="100000"/>
              </a:lnSpc>
              <a:spcBef>
                <a:spcPts val="0"/>
              </a:spcBef>
              <a:buNone/>
              <a:defRPr sz="1800">
                <a:latin typeface="+mn-lt"/>
              </a:defRPr>
            </a:lvl2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text</a:t>
            </a:r>
          </a:p>
          <a:p>
            <a:pPr lvl="1"/>
            <a:r>
              <a:rPr lang="en-US" dirty="0"/>
              <a:t>second level</a:t>
            </a:r>
          </a:p>
        </p:txBody>
      </p:sp>
      <p:sp>
        <p:nvSpPr>
          <p:cNvPr id="33" name="Text Placeholder 32">
            <a:extLst>
              <a:ext uri="{FF2B5EF4-FFF2-40B4-BE49-F238E27FC236}">
                <a16:creationId xmlns:a16="http://schemas.microsoft.com/office/drawing/2014/main" xmlns="" id="{DEA3A222-978C-86F9-2C65-2F702D50C43B}"/>
              </a:ext>
            </a:extLst>
          </p:cNvPr>
          <p:cNvSpPr>
            <a:spLocks noGrp="1"/>
          </p:cNvSpPr>
          <p:nvPr>
            <p:ph type="body" sz="quarter" idx="17" hasCustomPrompt="1"/>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rmAutofit/>
          </a:bodyPr>
          <a:lstStyle>
            <a:lvl1pPr marL="0" indent="0" algn="ctr">
              <a:lnSpc>
                <a:spcPct val="100000"/>
              </a:lnSpc>
              <a:spcBef>
                <a:spcPts val="0"/>
              </a:spcBef>
              <a:buNone/>
              <a:defRPr sz="2000" b="1" cap="all" baseline="0">
                <a:latin typeface="+mn-lt"/>
              </a:defRPr>
            </a:lvl1pPr>
            <a:lvl2pPr marL="0" indent="0" algn="ctr">
              <a:lnSpc>
                <a:spcPct val="100000"/>
              </a:lnSpc>
              <a:spcBef>
                <a:spcPts val="0"/>
              </a:spcBef>
              <a:buNone/>
              <a:defRPr sz="1800">
                <a:latin typeface="+mn-lt"/>
              </a:defRPr>
            </a:lvl2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text</a:t>
            </a:r>
          </a:p>
          <a:p>
            <a:pPr lvl="1"/>
            <a:r>
              <a:rPr lang="en-US" dirty="0"/>
              <a:t>second level</a:t>
            </a:r>
          </a:p>
        </p:txBody>
      </p:sp>
      <p:sp>
        <p:nvSpPr>
          <p:cNvPr id="32" name="Text Placeholder 31">
            <a:extLst>
              <a:ext uri="{FF2B5EF4-FFF2-40B4-BE49-F238E27FC236}">
                <a16:creationId xmlns:a16="http://schemas.microsoft.com/office/drawing/2014/main" xmlns="" id="{FCBE7C00-A095-64CA-20DE-604F2CC1BAE6}"/>
              </a:ext>
            </a:extLst>
          </p:cNvPr>
          <p:cNvSpPr>
            <a:spLocks noGrp="1"/>
          </p:cNvSpPr>
          <p:nvPr>
            <p:ph type="body" sz="quarter" idx="16" hasCustomPrompt="1"/>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rmAutofit/>
          </a:bodyPr>
          <a:lstStyle>
            <a:lvl1pPr marL="0" indent="0" algn="ctr">
              <a:lnSpc>
                <a:spcPct val="100000"/>
              </a:lnSpc>
              <a:spcBef>
                <a:spcPts val="0"/>
              </a:spcBef>
              <a:buNone/>
              <a:defRPr sz="2000" b="1" cap="all" baseline="0">
                <a:latin typeface="+mn-lt"/>
              </a:defRPr>
            </a:lvl1pPr>
            <a:lvl2pPr marL="0" indent="0" algn="ctr">
              <a:lnSpc>
                <a:spcPct val="100000"/>
              </a:lnSpc>
              <a:spcBef>
                <a:spcPts val="0"/>
              </a:spcBef>
              <a:buNone/>
              <a:defRPr sz="1800">
                <a:latin typeface="+mn-lt"/>
              </a:defRPr>
            </a:lvl2pPr>
          </a:lstStyle>
          <a:p>
            <a:pPr lvl="0"/>
            <a:r>
              <a:rPr lang="en-US" dirty="0"/>
              <a:t>Click to add text</a:t>
            </a:r>
          </a:p>
          <a:p>
            <a:pPr lvl="1"/>
            <a:r>
              <a:rPr lang="en-US" dirty="0"/>
              <a:t>second level</a:t>
            </a:r>
          </a:p>
        </p:txBody>
      </p:sp>
    </p:spTree>
    <p:extLst>
      <p:ext uri="{BB962C8B-B14F-4D97-AF65-F5344CB8AC3E}">
        <p14:creationId xmlns:p14="http://schemas.microsoft.com/office/powerpoint/2010/main" xmlns="" val="3021782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6"/>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ADFB3FE0-6224-1CB0-11C2-00DCD2B704ED}"/>
              </a:ext>
              <a:ext uri="{C183D7F6-B498-43B3-948B-1728B52AA6E4}">
                <adec:decorative xmlns:adec="http://schemas.microsoft.com/office/drawing/2017/decorative" xmlns="" val="1"/>
              </a:ext>
            </a:extLst>
          </p:cNvPr>
          <p:cNvGrpSpPr/>
          <p:nvPr userDrawn="1"/>
        </p:nvGrpSpPr>
        <p:grpSpPr>
          <a:xfrm>
            <a:off x="0" y="0"/>
            <a:ext cx="12192001" cy="6858000"/>
            <a:chOff x="0" y="0"/>
            <a:chExt cx="12192001" cy="6858000"/>
          </a:xfrm>
        </p:grpSpPr>
        <p:sp>
          <p:nvSpPr>
            <p:cNvPr id="23" name="Freeform: Shape 22">
              <a:extLst>
                <a:ext uri="{FF2B5EF4-FFF2-40B4-BE49-F238E27FC236}">
                  <a16:creationId xmlns:a16="http://schemas.microsoft.com/office/drawing/2014/main" xmlns=""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xmlns=""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xmlns=""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31" name="Title 1">
            <a:extLst>
              <a:ext uri="{FF2B5EF4-FFF2-40B4-BE49-F238E27FC236}">
                <a16:creationId xmlns:a16="http://schemas.microsoft.com/office/drawing/2014/main" xmlns="" id="{268AF7E1-2A9B-B52C-F1A7-BE596AB012F7}"/>
              </a:ext>
            </a:extLst>
          </p:cNvPr>
          <p:cNvSpPr>
            <a:spLocks noGrp="1"/>
          </p:cNvSpPr>
          <p:nvPr>
            <p:ph type="title" hasCustomPrompt="1"/>
          </p:nvPr>
        </p:nvSpPr>
        <p:spPr>
          <a:xfrm>
            <a:off x="576072" y="82296"/>
            <a:ext cx="10515600" cy="1298448"/>
          </a:xfrm>
        </p:spPr>
        <p:txBody>
          <a:bodyPr anchor="b" anchorCtr="0"/>
          <a:lstStyle>
            <a:lvl1pPr>
              <a:defRPr sz="4800">
                <a:solidFill>
                  <a:schemeClr val="accent1"/>
                </a:solidFill>
              </a:defRPr>
            </a:lvl1pPr>
          </a:lstStyle>
          <a:p>
            <a:r>
              <a:rPr lang="en-US" dirty="0"/>
              <a:t>click to add title</a:t>
            </a:r>
          </a:p>
        </p:txBody>
      </p:sp>
      <p:sp>
        <p:nvSpPr>
          <p:cNvPr id="3" name="Text Placeholder 2">
            <a:extLst>
              <a:ext uri="{FF2B5EF4-FFF2-40B4-BE49-F238E27FC236}">
                <a16:creationId xmlns:a16="http://schemas.microsoft.com/office/drawing/2014/main" xmlns="" id="{EC3C3BFB-5486-BE54-F045-8548591C141D}"/>
              </a:ext>
            </a:extLst>
          </p:cNvPr>
          <p:cNvSpPr>
            <a:spLocks noGrp="1"/>
          </p:cNvSpPr>
          <p:nvPr>
            <p:ph type="body" idx="1" hasCustomPrompt="1"/>
          </p:nvPr>
        </p:nvSpPr>
        <p:spPr>
          <a:xfrm>
            <a:off x="576072" y="1911096"/>
            <a:ext cx="7242048" cy="402336"/>
          </a:xfrm>
        </p:spPr>
        <p:txBody>
          <a:bodyPr anchor="ctr" anchorCtr="0">
            <a:noAutofit/>
          </a:bodyPr>
          <a:lstStyle>
            <a:lvl1pPr marL="0" indent="0">
              <a:buNone/>
              <a:defRPr sz="2000" b="1"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xmlns="" id="{0C4A600E-CA37-9E8F-9DD7-1AAEB3F2E208}"/>
              </a:ext>
            </a:extLst>
          </p:cNvPr>
          <p:cNvSpPr>
            <a:spLocks noGrp="1"/>
          </p:cNvSpPr>
          <p:nvPr>
            <p:ph sz="half" idx="2" hasCustomPrompt="1"/>
          </p:nvPr>
        </p:nvSpPr>
        <p:spPr>
          <a:xfrm>
            <a:off x="576072" y="2350008"/>
            <a:ext cx="724204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AB59C067-8245-DC0E-BED3-F9DBBF40A047}"/>
              </a:ext>
            </a:extLst>
          </p:cNvPr>
          <p:cNvSpPr>
            <a:spLocks noGrp="1"/>
          </p:cNvSpPr>
          <p:nvPr>
            <p:ph type="body" sz="quarter" idx="3" hasCustomPrompt="1"/>
          </p:nvPr>
        </p:nvSpPr>
        <p:spPr>
          <a:xfrm>
            <a:off x="576072" y="3557016"/>
            <a:ext cx="7242048" cy="402336"/>
          </a:xfrm>
        </p:spPr>
        <p:txBody>
          <a:bodyPr anchor="ctr" anchorCtr="0">
            <a:noAutofit/>
          </a:bodyPr>
          <a:lstStyle>
            <a:lvl1pPr marL="0" indent="0">
              <a:buNone/>
              <a:defRPr sz="2000" b="1"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 name="Content Placeholder 5">
            <a:extLst>
              <a:ext uri="{FF2B5EF4-FFF2-40B4-BE49-F238E27FC236}">
                <a16:creationId xmlns:a16="http://schemas.microsoft.com/office/drawing/2014/main" xmlns="" id="{E81024D6-E13C-20EA-3930-CD93CA581230}"/>
              </a:ext>
            </a:extLst>
          </p:cNvPr>
          <p:cNvSpPr>
            <a:spLocks noGrp="1"/>
          </p:cNvSpPr>
          <p:nvPr>
            <p:ph sz="quarter" idx="4" hasCustomPrompt="1"/>
          </p:nvPr>
        </p:nvSpPr>
        <p:spPr>
          <a:xfrm>
            <a:off x="576072" y="3995928"/>
            <a:ext cx="724204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xmlns="" id="{D6E0E53F-80E4-D83A-8BC2-C22ED75540F5}"/>
              </a:ext>
              <a:ext uri="{C183D7F6-B498-43B3-948B-1728B52AA6E4}">
                <adec:decorative xmlns:adec="http://schemas.microsoft.com/office/drawing/2017/decorative" xmlns="" val="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
        <p:nvSpPr>
          <p:cNvPr id="7" name="Date Placeholder 6">
            <a:extLst>
              <a:ext uri="{FF2B5EF4-FFF2-40B4-BE49-F238E27FC236}">
                <a16:creationId xmlns:a16="http://schemas.microsoft.com/office/drawing/2014/main" xmlns=""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xmlns=""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xmlns=""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xmlns="" val="1751292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ree Column">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A13EF79F-3A35-33CE-5528-14C9E80BDD76}"/>
              </a:ext>
              <a:ext uri="{C183D7F6-B498-43B3-948B-1728B52AA6E4}">
                <adec:decorative xmlns:adec="http://schemas.microsoft.com/office/drawing/2017/decorative" xmlns="" val="1"/>
              </a:ext>
            </a:extLst>
          </p:cNvPr>
          <p:cNvGrpSpPr/>
          <p:nvPr userDrawn="1"/>
        </p:nvGrpSpPr>
        <p:grpSpPr>
          <a:xfrm>
            <a:off x="0" y="-1"/>
            <a:ext cx="12192000" cy="6858001"/>
            <a:chOff x="0" y="-1"/>
            <a:chExt cx="12192000" cy="6858001"/>
          </a:xfrm>
        </p:grpSpPr>
        <p:sp>
          <p:nvSpPr>
            <p:cNvPr id="27" name="Freeform: Shape 26">
              <a:extLst>
                <a:ext uri="{FF2B5EF4-FFF2-40B4-BE49-F238E27FC236}">
                  <a16:creationId xmlns:a16="http://schemas.microsoft.com/office/drawing/2014/main" xmlns=""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xmlns=""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29" name="Title 1">
            <a:extLst>
              <a:ext uri="{FF2B5EF4-FFF2-40B4-BE49-F238E27FC236}">
                <a16:creationId xmlns:a16="http://schemas.microsoft.com/office/drawing/2014/main" xmlns="" id="{D5CC739F-0299-DDC6-C35D-22282FF85CD2}"/>
              </a:ext>
            </a:extLst>
          </p:cNvPr>
          <p:cNvSpPr>
            <a:spLocks noGrp="1"/>
          </p:cNvSpPr>
          <p:nvPr>
            <p:ph type="title" hasCustomPrompt="1"/>
          </p:nvPr>
        </p:nvSpPr>
        <p:spPr>
          <a:xfrm>
            <a:off x="576072" y="82296"/>
            <a:ext cx="11228832" cy="1298448"/>
          </a:xfrm>
        </p:spPr>
        <p:txBody>
          <a:bodyPr anchor="b" anchorCtr="0"/>
          <a:lstStyle>
            <a:lvl1pPr>
              <a:defRPr sz="4800">
                <a:solidFill>
                  <a:schemeClr val="accent1"/>
                </a:solidFill>
              </a:defRPr>
            </a:lvl1pPr>
          </a:lstStyle>
          <a:p>
            <a:r>
              <a:rPr lang="en-US" dirty="0"/>
              <a:t>click to add title</a:t>
            </a:r>
          </a:p>
        </p:txBody>
      </p:sp>
      <p:sp>
        <p:nvSpPr>
          <p:cNvPr id="3" name="Text Placeholder 2">
            <a:extLst>
              <a:ext uri="{FF2B5EF4-FFF2-40B4-BE49-F238E27FC236}">
                <a16:creationId xmlns:a16="http://schemas.microsoft.com/office/drawing/2014/main" xmlns="" id="{EC3C3BFB-5486-BE54-F045-8548591C141D}"/>
              </a:ext>
            </a:extLst>
          </p:cNvPr>
          <p:cNvSpPr>
            <a:spLocks noGrp="1"/>
          </p:cNvSpPr>
          <p:nvPr>
            <p:ph type="body" idx="1" hasCustomPrompt="1"/>
          </p:nvPr>
        </p:nvSpPr>
        <p:spPr>
          <a:xfrm>
            <a:off x="576072" y="1808480"/>
            <a:ext cx="2944368" cy="683958"/>
          </a:xfrm>
        </p:spPr>
        <p:txBody>
          <a:bodyPr anchor="ctr">
            <a:noAutofit/>
          </a:bodyPr>
          <a:lstStyle>
            <a:lvl1pPr marL="0" indent="0">
              <a:buNone/>
              <a:defRPr sz="2000" b="1"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xmlns="" id="{0C4A600E-CA37-9E8F-9DD7-1AAEB3F2E208}"/>
              </a:ext>
            </a:extLst>
          </p:cNvPr>
          <p:cNvSpPr>
            <a:spLocks noGrp="1"/>
          </p:cNvSpPr>
          <p:nvPr>
            <p:ph sz="half" idx="2" hasCustomPrompt="1"/>
          </p:nvPr>
        </p:nvSpPr>
        <p:spPr>
          <a:xfrm>
            <a:off x="57607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xmlns="" id="{AB59C067-8245-DC0E-BED3-F9DBBF40A047}"/>
              </a:ext>
            </a:extLst>
          </p:cNvPr>
          <p:cNvSpPr>
            <a:spLocks noGrp="1"/>
          </p:cNvSpPr>
          <p:nvPr>
            <p:ph type="body" sz="quarter" idx="3" hasCustomPrompt="1"/>
          </p:nvPr>
        </p:nvSpPr>
        <p:spPr>
          <a:xfrm>
            <a:off x="4782312" y="1808480"/>
            <a:ext cx="2944368" cy="683958"/>
          </a:xfrm>
        </p:spPr>
        <p:txBody>
          <a:bodyPr anchor="ctr">
            <a:noAutofit/>
          </a:bodyPr>
          <a:lstStyle>
            <a:lvl1pPr marL="0" indent="0">
              <a:buNone/>
              <a:defRPr sz="2000" b="1"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6" name="Content Placeholder 5">
            <a:extLst>
              <a:ext uri="{FF2B5EF4-FFF2-40B4-BE49-F238E27FC236}">
                <a16:creationId xmlns:a16="http://schemas.microsoft.com/office/drawing/2014/main" xmlns="" id="{E81024D6-E13C-20EA-3930-CD93CA581230}"/>
              </a:ext>
            </a:extLst>
          </p:cNvPr>
          <p:cNvSpPr>
            <a:spLocks noGrp="1"/>
          </p:cNvSpPr>
          <p:nvPr>
            <p:ph sz="quarter" idx="4" hasCustomPrompt="1"/>
          </p:nvPr>
        </p:nvSpPr>
        <p:spPr>
          <a:xfrm>
            <a:off x="478231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4">
            <a:extLst>
              <a:ext uri="{FF2B5EF4-FFF2-40B4-BE49-F238E27FC236}">
                <a16:creationId xmlns:a16="http://schemas.microsoft.com/office/drawing/2014/main" xmlns="" id="{A2DF7EFD-1FC1-E7B0-3A5D-171FFD6F0DCF}"/>
              </a:ext>
            </a:extLst>
          </p:cNvPr>
          <p:cNvSpPr>
            <a:spLocks noGrp="1"/>
          </p:cNvSpPr>
          <p:nvPr>
            <p:ph type="body" sz="quarter" idx="13" hasCustomPrompt="1"/>
          </p:nvPr>
        </p:nvSpPr>
        <p:spPr>
          <a:xfrm>
            <a:off x="8860536" y="1808480"/>
            <a:ext cx="2944368" cy="683958"/>
          </a:xfrm>
        </p:spPr>
        <p:txBody>
          <a:bodyPr anchor="ctr">
            <a:noAutofit/>
          </a:bodyPr>
          <a:lstStyle>
            <a:lvl1pPr marL="0" indent="0">
              <a:buNone/>
              <a:defRPr sz="2000" b="1" cap="all"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1" name="Content Placeholder 5">
            <a:extLst>
              <a:ext uri="{FF2B5EF4-FFF2-40B4-BE49-F238E27FC236}">
                <a16:creationId xmlns:a16="http://schemas.microsoft.com/office/drawing/2014/main" xmlns="" id="{0733DE00-8CA6-606F-16DB-4372C1E5BD67}"/>
              </a:ext>
            </a:extLst>
          </p:cNvPr>
          <p:cNvSpPr>
            <a:spLocks noGrp="1"/>
          </p:cNvSpPr>
          <p:nvPr>
            <p:ph sz="quarter" idx="14" hasCustomPrompt="1"/>
          </p:nvPr>
        </p:nvSpPr>
        <p:spPr>
          <a:xfrm>
            <a:off x="8860536" y="2492438"/>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3" name="Straight Connector 32">
            <a:extLst>
              <a:ext uri="{FF2B5EF4-FFF2-40B4-BE49-F238E27FC236}">
                <a16:creationId xmlns:a16="http://schemas.microsoft.com/office/drawing/2014/main" xmlns="" id="{E90718B6-F0C0-E7EE-D41F-B5CE6A11D721}"/>
              </a:ext>
              <a:ext uri="{C183D7F6-B498-43B3-948B-1728B52AA6E4}">
                <adec:decorative xmlns:adec="http://schemas.microsoft.com/office/drawing/2017/decorative" xmlns="" val="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
        <p:nvSpPr>
          <p:cNvPr id="7" name="Date Placeholder 6">
            <a:extLst>
              <a:ext uri="{FF2B5EF4-FFF2-40B4-BE49-F238E27FC236}">
                <a16:creationId xmlns:a16="http://schemas.microsoft.com/office/drawing/2014/main" xmlns=""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xmlns=""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xmlns=""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xmlns="" val="948627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alt">
    <p:bg>
      <p:bgPr>
        <a:solidFill>
          <a:schemeClr val="bg2"/>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xmlns="" id="{0F07C0DD-8FC1-84F8-B5CD-FC1EC0E70F56}"/>
              </a:ext>
            </a:extLst>
          </p:cNvPr>
          <p:cNvSpPr/>
          <p:nvPr userDrawn="1"/>
        </p:nvSpPr>
        <p:spPr>
          <a:xfrm>
            <a:off x="9408038" y="4230237"/>
            <a:ext cx="2797330" cy="1932290"/>
          </a:xfrm>
          <a:custGeom>
            <a:avLst/>
            <a:gdLst>
              <a:gd name="connsiteX0" fmla="*/ 0 w 4399808"/>
              <a:gd name="connsiteY0" fmla="*/ 1017115 h 2034229"/>
              <a:gd name="connsiteX1" fmla="*/ 2199904 w 4399808"/>
              <a:gd name="connsiteY1" fmla="*/ 0 h 2034229"/>
              <a:gd name="connsiteX2" fmla="*/ 4399808 w 4399808"/>
              <a:gd name="connsiteY2" fmla="*/ 1017115 h 2034229"/>
              <a:gd name="connsiteX3" fmla="*/ 2199904 w 4399808"/>
              <a:gd name="connsiteY3" fmla="*/ 2034230 h 2034229"/>
              <a:gd name="connsiteX4" fmla="*/ 0 w 4399808"/>
              <a:gd name="connsiteY4" fmla="*/ 1017115 h 2034229"/>
              <a:gd name="connsiteX0" fmla="*/ 0 w 2885704"/>
              <a:gd name="connsiteY0" fmla="*/ 1019585 h 2038250"/>
              <a:gd name="connsiteX1" fmla="*/ 2199904 w 2885704"/>
              <a:gd name="connsiteY1" fmla="*/ 2470 h 2038250"/>
              <a:gd name="connsiteX2" fmla="*/ 2885704 w 2885704"/>
              <a:gd name="connsiteY2" fmla="*/ 823642 h 2038250"/>
              <a:gd name="connsiteX3" fmla="*/ 2199904 w 2885704"/>
              <a:gd name="connsiteY3" fmla="*/ 2036700 h 2038250"/>
              <a:gd name="connsiteX4" fmla="*/ 0 w 2885704"/>
              <a:gd name="connsiteY4" fmla="*/ 1019585 h 2038250"/>
              <a:gd name="connsiteX0" fmla="*/ 4992 w 3097878"/>
              <a:gd name="connsiteY0" fmla="*/ 1019585 h 1948844"/>
              <a:gd name="connsiteX1" fmla="*/ 2204896 w 3097878"/>
              <a:gd name="connsiteY1" fmla="*/ 2470 h 1948844"/>
              <a:gd name="connsiteX2" fmla="*/ 2890696 w 3097878"/>
              <a:gd name="connsiteY2" fmla="*/ 823642 h 1948844"/>
              <a:gd name="connsiteX3" fmla="*/ 2881789 w 3097878"/>
              <a:gd name="connsiteY3" fmla="*/ 1947635 h 1948844"/>
              <a:gd name="connsiteX4" fmla="*/ 4992 w 3097878"/>
              <a:gd name="connsiteY4" fmla="*/ 1019585 h 1948844"/>
              <a:gd name="connsiteX0" fmla="*/ 3 w 3092889"/>
              <a:gd name="connsiteY0" fmla="*/ 676472 h 1605631"/>
              <a:gd name="connsiteX1" fmla="*/ 2858987 w 3092889"/>
              <a:gd name="connsiteY1" fmla="*/ 21555 h 1605631"/>
              <a:gd name="connsiteX2" fmla="*/ 2885707 w 3092889"/>
              <a:gd name="connsiteY2" fmla="*/ 480529 h 1605631"/>
              <a:gd name="connsiteX3" fmla="*/ 2876800 w 3092889"/>
              <a:gd name="connsiteY3" fmla="*/ 1604522 h 1605631"/>
              <a:gd name="connsiteX4" fmla="*/ 3 w 3092889"/>
              <a:gd name="connsiteY4" fmla="*/ 676472 h 1605631"/>
              <a:gd name="connsiteX0" fmla="*/ 4 w 2531677"/>
              <a:gd name="connsiteY0" fmla="*/ 1332889 h 1694136"/>
              <a:gd name="connsiteX1" fmla="*/ 2336474 w 2531677"/>
              <a:gd name="connsiteY1" fmla="*/ 66393 h 1694136"/>
              <a:gd name="connsiteX2" fmla="*/ 2363194 w 2531677"/>
              <a:gd name="connsiteY2" fmla="*/ 525367 h 1694136"/>
              <a:gd name="connsiteX3" fmla="*/ 2354287 w 2531677"/>
              <a:gd name="connsiteY3" fmla="*/ 1649360 h 1694136"/>
              <a:gd name="connsiteX4" fmla="*/ 4 w 2531677"/>
              <a:gd name="connsiteY4" fmla="*/ 1332889 h 1694136"/>
              <a:gd name="connsiteX0" fmla="*/ 4 w 2531677"/>
              <a:gd name="connsiteY0" fmla="*/ 1332889 h 1694136"/>
              <a:gd name="connsiteX1" fmla="*/ 2336474 w 2531677"/>
              <a:gd name="connsiteY1" fmla="*/ 66393 h 1694136"/>
              <a:gd name="connsiteX2" fmla="*/ 2363194 w 2531677"/>
              <a:gd name="connsiteY2" fmla="*/ 525367 h 1694136"/>
              <a:gd name="connsiteX3" fmla="*/ 2354287 w 2531677"/>
              <a:gd name="connsiteY3" fmla="*/ 1649360 h 1694136"/>
              <a:gd name="connsiteX4" fmla="*/ 4 w 2531677"/>
              <a:gd name="connsiteY4" fmla="*/ 1332889 h 1694136"/>
              <a:gd name="connsiteX0" fmla="*/ 174972 w 2706645"/>
              <a:gd name="connsiteY0" fmla="*/ 1332889 h 1743948"/>
              <a:gd name="connsiteX1" fmla="*/ 2511442 w 2706645"/>
              <a:gd name="connsiteY1" fmla="*/ 66393 h 1743948"/>
              <a:gd name="connsiteX2" fmla="*/ 2538162 w 2706645"/>
              <a:gd name="connsiteY2" fmla="*/ 525367 h 1743948"/>
              <a:gd name="connsiteX3" fmla="*/ 2529255 w 2706645"/>
              <a:gd name="connsiteY3" fmla="*/ 1649360 h 1743948"/>
              <a:gd name="connsiteX4" fmla="*/ 174972 w 2706645"/>
              <a:gd name="connsiteY4" fmla="*/ 1332889 h 1743948"/>
              <a:gd name="connsiteX0" fmla="*/ 115397 w 2647070"/>
              <a:gd name="connsiteY0" fmla="*/ 1211591 h 1569451"/>
              <a:gd name="connsiteX1" fmla="*/ 581503 w 2647070"/>
              <a:gd name="connsiteY1" fmla="*/ 123225 h 1569451"/>
              <a:gd name="connsiteX2" fmla="*/ 2478587 w 2647070"/>
              <a:gd name="connsiteY2" fmla="*/ 404069 h 1569451"/>
              <a:gd name="connsiteX3" fmla="*/ 2469680 w 2647070"/>
              <a:gd name="connsiteY3" fmla="*/ 1528062 h 1569451"/>
              <a:gd name="connsiteX4" fmla="*/ 115397 w 2647070"/>
              <a:gd name="connsiteY4" fmla="*/ 1211591 h 1569451"/>
              <a:gd name="connsiteX0" fmla="*/ 115251 w 2644918"/>
              <a:gd name="connsiteY0" fmla="*/ 1497030 h 1884328"/>
              <a:gd name="connsiteX1" fmla="*/ 581357 w 2644918"/>
              <a:gd name="connsiteY1" fmla="*/ 408664 h 1884328"/>
              <a:gd name="connsiteX2" fmla="*/ 2472503 w 2644918"/>
              <a:gd name="connsiteY2" fmla="*/ 256059 h 1884328"/>
              <a:gd name="connsiteX3" fmla="*/ 2469534 w 2644918"/>
              <a:gd name="connsiteY3" fmla="*/ 1813501 h 1884328"/>
              <a:gd name="connsiteX4" fmla="*/ 115251 w 2644918"/>
              <a:gd name="connsiteY4" fmla="*/ 1497030 h 1884328"/>
              <a:gd name="connsiteX0" fmla="*/ 115251 w 2472503"/>
              <a:gd name="connsiteY0" fmla="*/ 1497030 h 1814349"/>
              <a:gd name="connsiteX1" fmla="*/ 581357 w 2472503"/>
              <a:gd name="connsiteY1" fmla="*/ 408664 h 1814349"/>
              <a:gd name="connsiteX2" fmla="*/ 2472503 w 2472503"/>
              <a:gd name="connsiteY2" fmla="*/ 256059 h 1814349"/>
              <a:gd name="connsiteX3" fmla="*/ 2469534 w 2472503"/>
              <a:gd name="connsiteY3" fmla="*/ 1813501 h 1814349"/>
              <a:gd name="connsiteX4" fmla="*/ 115251 w 2472503"/>
              <a:gd name="connsiteY4" fmla="*/ 1497030 h 1814349"/>
              <a:gd name="connsiteX0" fmla="*/ 115251 w 2472503"/>
              <a:gd name="connsiteY0" fmla="*/ 1497030 h 1796669"/>
              <a:gd name="connsiteX1" fmla="*/ 581357 w 2472503"/>
              <a:gd name="connsiteY1" fmla="*/ 408664 h 1796669"/>
              <a:gd name="connsiteX2" fmla="*/ 2472503 w 2472503"/>
              <a:gd name="connsiteY2" fmla="*/ 256059 h 1796669"/>
              <a:gd name="connsiteX3" fmla="*/ 2469534 w 2472503"/>
              <a:gd name="connsiteY3" fmla="*/ 1795688 h 1796669"/>
              <a:gd name="connsiteX4" fmla="*/ 115251 w 2472503"/>
              <a:gd name="connsiteY4" fmla="*/ 1497030 h 1796669"/>
              <a:gd name="connsiteX0" fmla="*/ 505302 w 2862554"/>
              <a:gd name="connsiteY0" fmla="*/ 1497030 h 1909410"/>
              <a:gd name="connsiteX1" fmla="*/ 971408 w 2862554"/>
              <a:gd name="connsiteY1" fmla="*/ 408664 h 1909410"/>
              <a:gd name="connsiteX2" fmla="*/ 2862554 w 2862554"/>
              <a:gd name="connsiteY2" fmla="*/ 256059 h 1909410"/>
              <a:gd name="connsiteX3" fmla="*/ 2859585 w 2862554"/>
              <a:gd name="connsiteY3" fmla="*/ 1795688 h 1909410"/>
              <a:gd name="connsiteX4" fmla="*/ 505302 w 2862554"/>
              <a:gd name="connsiteY4" fmla="*/ 1497030 h 1909410"/>
              <a:gd name="connsiteX0" fmla="*/ 112727 w 2469979"/>
              <a:gd name="connsiteY0" fmla="*/ 1497030 h 1845600"/>
              <a:gd name="connsiteX1" fmla="*/ 578833 w 2469979"/>
              <a:gd name="connsiteY1" fmla="*/ 408664 h 1845600"/>
              <a:gd name="connsiteX2" fmla="*/ 2469979 w 2469979"/>
              <a:gd name="connsiteY2" fmla="*/ 256059 h 1845600"/>
              <a:gd name="connsiteX3" fmla="*/ 2467010 w 2469979"/>
              <a:gd name="connsiteY3" fmla="*/ 1795688 h 1845600"/>
              <a:gd name="connsiteX4" fmla="*/ 112727 w 2469979"/>
              <a:gd name="connsiteY4" fmla="*/ 1497030 h 1845600"/>
              <a:gd name="connsiteX0" fmla="*/ 486926 w 2844178"/>
              <a:gd name="connsiteY0" fmla="*/ 1497030 h 1897794"/>
              <a:gd name="connsiteX1" fmla="*/ 953032 w 2844178"/>
              <a:gd name="connsiteY1" fmla="*/ 408664 h 1897794"/>
              <a:gd name="connsiteX2" fmla="*/ 2844178 w 2844178"/>
              <a:gd name="connsiteY2" fmla="*/ 256059 h 1897794"/>
              <a:gd name="connsiteX3" fmla="*/ 2841209 w 2844178"/>
              <a:gd name="connsiteY3" fmla="*/ 1795688 h 1897794"/>
              <a:gd name="connsiteX4" fmla="*/ 486926 w 2844178"/>
              <a:gd name="connsiteY4" fmla="*/ 1497030 h 1897794"/>
              <a:gd name="connsiteX0" fmla="*/ 205911 w 2563163"/>
              <a:gd name="connsiteY0" fmla="*/ 1522305 h 1822117"/>
              <a:gd name="connsiteX1" fmla="*/ 387009 w 2563163"/>
              <a:gd name="connsiteY1" fmla="*/ 344874 h 1822117"/>
              <a:gd name="connsiteX2" fmla="*/ 2563163 w 2563163"/>
              <a:gd name="connsiteY2" fmla="*/ 281334 h 1822117"/>
              <a:gd name="connsiteX3" fmla="*/ 2560194 w 2563163"/>
              <a:gd name="connsiteY3" fmla="*/ 1820963 h 1822117"/>
              <a:gd name="connsiteX4" fmla="*/ 205911 w 2563163"/>
              <a:gd name="connsiteY4" fmla="*/ 1522305 h 1822117"/>
              <a:gd name="connsiteX0" fmla="*/ 283843 w 2590297"/>
              <a:gd name="connsiteY0" fmla="*/ 1664829 h 1941870"/>
              <a:gd name="connsiteX1" fmla="*/ 257122 w 2590297"/>
              <a:gd name="connsiteY1" fmla="*/ 350832 h 1941870"/>
              <a:gd name="connsiteX2" fmla="*/ 2433276 w 2590297"/>
              <a:gd name="connsiteY2" fmla="*/ 287292 h 1941870"/>
              <a:gd name="connsiteX3" fmla="*/ 2430307 w 2590297"/>
              <a:gd name="connsiteY3" fmla="*/ 1826921 h 1941870"/>
              <a:gd name="connsiteX4" fmla="*/ 283843 w 2590297"/>
              <a:gd name="connsiteY4" fmla="*/ 1664829 h 1941870"/>
              <a:gd name="connsiteX0" fmla="*/ 299118 w 2605572"/>
              <a:gd name="connsiteY0" fmla="*/ 1664829 h 1894053"/>
              <a:gd name="connsiteX1" fmla="*/ 272397 w 2605572"/>
              <a:gd name="connsiteY1" fmla="*/ 350832 h 1894053"/>
              <a:gd name="connsiteX2" fmla="*/ 2448551 w 2605572"/>
              <a:gd name="connsiteY2" fmla="*/ 287292 h 1894053"/>
              <a:gd name="connsiteX3" fmla="*/ 2445582 w 2605572"/>
              <a:gd name="connsiteY3" fmla="*/ 1826921 h 1894053"/>
              <a:gd name="connsiteX4" fmla="*/ 299118 w 2605572"/>
              <a:gd name="connsiteY4" fmla="*/ 1664829 h 1894053"/>
              <a:gd name="connsiteX0" fmla="*/ 290332 w 2596786"/>
              <a:gd name="connsiteY0" fmla="*/ 1664829 h 1943305"/>
              <a:gd name="connsiteX1" fmla="*/ 263611 w 2596786"/>
              <a:gd name="connsiteY1" fmla="*/ 350832 h 1943305"/>
              <a:gd name="connsiteX2" fmla="*/ 2439765 w 2596786"/>
              <a:gd name="connsiteY2" fmla="*/ 287292 h 1943305"/>
              <a:gd name="connsiteX3" fmla="*/ 2436796 w 2596786"/>
              <a:gd name="connsiteY3" fmla="*/ 1826921 h 1943305"/>
              <a:gd name="connsiteX4" fmla="*/ 290332 w 2596786"/>
              <a:gd name="connsiteY4" fmla="*/ 1664829 h 1943305"/>
              <a:gd name="connsiteX0" fmla="*/ 290332 w 2596786"/>
              <a:gd name="connsiteY0" fmla="*/ 1664829 h 1943305"/>
              <a:gd name="connsiteX1" fmla="*/ 263611 w 2596786"/>
              <a:gd name="connsiteY1" fmla="*/ 350832 h 1943305"/>
              <a:gd name="connsiteX2" fmla="*/ 2439765 w 2596786"/>
              <a:gd name="connsiteY2" fmla="*/ 287292 h 1943305"/>
              <a:gd name="connsiteX3" fmla="*/ 2436796 w 2596786"/>
              <a:gd name="connsiteY3" fmla="*/ 1826921 h 1943305"/>
              <a:gd name="connsiteX4" fmla="*/ 290332 w 2596786"/>
              <a:gd name="connsiteY4" fmla="*/ 1664829 h 1943305"/>
              <a:gd name="connsiteX0" fmla="*/ 290332 w 2443830"/>
              <a:gd name="connsiteY0" fmla="*/ 1664829 h 1846723"/>
              <a:gd name="connsiteX1" fmla="*/ 263611 w 2443830"/>
              <a:gd name="connsiteY1" fmla="*/ 350832 h 1846723"/>
              <a:gd name="connsiteX2" fmla="*/ 2439765 w 2443830"/>
              <a:gd name="connsiteY2" fmla="*/ 287292 h 1846723"/>
              <a:gd name="connsiteX3" fmla="*/ 2436796 w 2443830"/>
              <a:gd name="connsiteY3" fmla="*/ 1826921 h 1846723"/>
              <a:gd name="connsiteX4" fmla="*/ 290332 w 2443830"/>
              <a:gd name="connsiteY4" fmla="*/ 1664829 h 1846723"/>
              <a:gd name="connsiteX0" fmla="*/ 643832 w 2797330"/>
              <a:gd name="connsiteY0" fmla="*/ 1664829 h 1932290"/>
              <a:gd name="connsiteX1" fmla="*/ 617111 w 2797330"/>
              <a:gd name="connsiteY1" fmla="*/ 350832 h 1932290"/>
              <a:gd name="connsiteX2" fmla="*/ 2793265 w 2797330"/>
              <a:gd name="connsiteY2" fmla="*/ 287292 h 1932290"/>
              <a:gd name="connsiteX3" fmla="*/ 2790296 w 2797330"/>
              <a:gd name="connsiteY3" fmla="*/ 1826921 h 1932290"/>
              <a:gd name="connsiteX4" fmla="*/ 643832 w 2797330"/>
              <a:gd name="connsiteY4" fmla="*/ 1664829 h 19322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7330" h="1932290">
                <a:moveTo>
                  <a:pt x="643832" y="1664829"/>
                </a:moveTo>
                <a:cubicBezTo>
                  <a:pt x="-585264" y="1187245"/>
                  <a:pt x="258872" y="580421"/>
                  <a:pt x="617111" y="350832"/>
                </a:cubicBezTo>
                <a:cubicBezTo>
                  <a:pt x="975350" y="121243"/>
                  <a:pt x="2793265" y="-274445"/>
                  <a:pt x="2793265" y="287292"/>
                </a:cubicBezTo>
                <a:cubicBezTo>
                  <a:pt x="2793265" y="279013"/>
                  <a:pt x="2804151" y="1817025"/>
                  <a:pt x="2790296" y="1826921"/>
                </a:cubicBezTo>
                <a:cubicBezTo>
                  <a:pt x="2776441" y="1836817"/>
                  <a:pt x="1872928" y="2142413"/>
                  <a:pt x="643832" y="1664829"/>
                </a:cubicBez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xmlns="" id="{8430A716-DF40-A710-4FC7-CCCA4BD957F8}"/>
              </a:ext>
              <a:ext uri="{C183D7F6-B498-43B3-948B-1728B52AA6E4}">
                <adec:decorative xmlns:adec="http://schemas.microsoft.com/office/drawing/2017/decorative" xmlns="" val="1"/>
              </a:ext>
            </a:extLst>
          </p:cNvPr>
          <p:cNvSpPr/>
          <p:nvPr userDrawn="1"/>
        </p:nvSpPr>
        <p:spPr>
          <a:xfrm>
            <a:off x="7885215" y="0"/>
            <a:ext cx="4306783" cy="4405746"/>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8" name="Freeform: Shape 47">
            <a:extLst>
              <a:ext uri="{FF2B5EF4-FFF2-40B4-BE49-F238E27FC236}">
                <a16:creationId xmlns:a16="http://schemas.microsoft.com/office/drawing/2014/main" xmlns="" id="{EACA9FF1-6A56-9028-20F7-293A5DAC2547}"/>
              </a:ext>
              <a:ext uri="{C183D7F6-B498-43B3-948B-1728B52AA6E4}">
                <adec:decorative xmlns:adec="http://schemas.microsoft.com/office/drawing/2017/decorative" xmlns="" val="1"/>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xmlns="" id="{0165A019-E4E4-1209-09B0-DB16867B19EA}"/>
              </a:ext>
            </a:extLst>
          </p:cNvPr>
          <p:cNvSpPr>
            <a:spLocks noGrp="1"/>
          </p:cNvSpPr>
          <p:nvPr>
            <p:ph type="title" hasCustomPrompt="1"/>
          </p:nvPr>
        </p:nvSpPr>
        <p:spPr>
          <a:xfrm>
            <a:off x="576071" y="82296"/>
            <a:ext cx="7242049" cy="1298448"/>
          </a:xfrm>
        </p:spPr>
        <p:txBody>
          <a:bodyPr anchor="b"/>
          <a:lstStyle>
            <a:lvl1pPr>
              <a:defRPr sz="4800"/>
            </a:lvl1pPr>
          </a:lstStyle>
          <a:p>
            <a:r>
              <a:rPr lang="en-US" dirty="0"/>
              <a:t>click to add title</a:t>
            </a:r>
          </a:p>
        </p:txBody>
      </p:sp>
      <p:sp>
        <p:nvSpPr>
          <p:cNvPr id="4" name="Text Placeholder 3">
            <a:extLst>
              <a:ext uri="{FF2B5EF4-FFF2-40B4-BE49-F238E27FC236}">
                <a16:creationId xmlns:a16="http://schemas.microsoft.com/office/drawing/2014/main" xmlns="" id="{EE7A4080-E621-B208-20C7-8547733A6966}"/>
              </a:ext>
            </a:extLst>
          </p:cNvPr>
          <p:cNvSpPr>
            <a:spLocks noGrp="1"/>
          </p:cNvSpPr>
          <p:nvPr>
            <p:ph type="body" sz="half" idx="2" hasCustomPrompt="1"/>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42" name="Picture Placeholder 41">
            <a:extLst>
              <a:ext uri="{FF2B5EF4-FFF2-40B4-BE49-F238E27FC236}">
                <a16:creationId xmlns:a16="http://schemas.microsoft.com/office/drawing/2014/main" xmlns=""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b">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xmlns=""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xmlns=""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xmlns="" id="{43ECF68C-6FDB-D274-7021-666310B3ED0B}"/>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xmlns="" val="23369190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Closing">
    <p:bg>
      <p:bgPr>
        <a:solidFill>
          <a:schemeClr val="accent6"/>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3EEABB6C-81E2-E370-567A-989FC477477D}"/>
              </a:ext>
              <a:ext uri="{C183D7F6-B498-43B3-948B-1728B52AA6E4}">
                <adec:decorative xmlns:adec="http://schemas.microsoft.com/office/drawing/2017/decorative" xmlns="" val="1"/>
              </a:ext>
            </a:extLst>
          </p:cNvPr>
          <p:cNvGrpSpPr/>
          <p:nvPr userDrawn="1"/>
        </p:nvGrpSpPr>
        <p:grpSpPr>
          <a:xfrm>
            <a:off x="0" y="-1"/>
            <a:ext cx="12209146" cy="6858001"/>
            <a:chOff x="0" y="-1"/>
            <a:chExt cx="12209146" cy="6858001"/>
          </a:xfrm>
        </p:grpSpPr>
        <p:sp>
          <p:nvSpPr>
            <p:cNvPr id="10" name="Freeform: Shape 9">
              <a:extLst>
                <a:ext uri="{FF2B5EF4-FFF2-40B4-BE49-F238E27FC236}">
                  <a16:creationId xmlns:a16="http://schemas.microsoft.com/office/drawing/2014/main" xmlns="" id="{4BC3B985-E244-9B94-5C9B-8ED7DCD699F7}"/>
                </a:ext>
                <a:ext uri="{C183D7F6-B498-43B3-948B-1728B52AA6E4}">
                  <adec:decorative xmlns:adec="http://schemas.microsoft.com/office/drawing/2017/decorative" xmlns="" val="1"/>
                </a:ext>
              </a:extLst>
            </p:cNvPr>
            <p:cNvSpPr/>
            <p:nvPr userDrawn="1"/>
          </p:nvSpPr>
          <p:spPr>
            <a:xfrm>
              <a:off x="0" y="2090206"/>
              <a:ext cx="5025692" cy="4767794"/>
            </a:xfrm>
            <a:custGeom>
              <a:avLst/>
              <a:gdLst>
                <a:gd name="connsiteX0" fmla="*/ 0 w 5025692"/>
                <a:gd name="connsiteY0" fmla="*/ 0 h 4767794"/>
                <a:gd name="connsiteX1" fmla="*/ 83822 w 5025692"/>
                <a:gd name="connsiteY1" fmla="*/ 8977 h 4767794"/>
                <a:gd name="connsiteX2" fmla="*/ 1007423 w 5025692"/>
                <a:gd name="connsiteY2" fmla="*/ 603530 h 4767794"/>
                <a:gd name="connsiteX3" fmla="*/ 1196014 w 5025692"/>
                <a:gd name="connsiteY3" fmla="*/ 998698 h 4767794"/>
                <a:gd name="connsiteX4" fmla="*/ 1720031 w 5025692"/>
                <a:gd name="connsiteY4" fmla="*/ 1792671 h 4767794"/>
                <a:gd name="connsiteX5" fmla="*/ 2445357 w 5025692"/>
                <a:gd name="connsiteY5" fmla="*/ 2234883 h 4767794"/>
                <a:gd name="connsiteX6" fmla="*/ 3131728 w 5025692"/>
                <a:gd name="connsiteY6" fmla="*/ 2461621 h 4767794"/>
                <a:gd name="connsiteX7" fmla="*/ 4942117 w 5025692"/>
                <a:gd name="connsiteY7" fmla="*/ 3799387 h 4767794"/>
                <a:gd name="connsiteX8" fmla="*/ 5025401 w 5025692"/>
                <a:gd name="connsiteY8" fmla="*/ 4347030 h 4767794"/>
                <a:gd name="connsiteX9" fmla="*/ 4964911 w 5025692"/>
                <a:gd name="connsiteY9" fmla="*/ 4754079 h 4767794"/>
                <a:gd name="connsiteX10" fmla="*/ 4960464 w 5025692"/>
                <a:gd name="connsiteY10" fmla="*/ 4767794 h 4767794"/>
                <a:gd name="connsiteX11" fmla="*/ 0 w 5025692"/>
                <a:gd name="connsiteY11" fmla="*/ 4767794 h 4767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25692" h="4767794">
                  <a:moveTo>
                    <a:pt x="0" y="0"/>
                  </a:moveTo>
                  <a:lnTo>
                    <a:pt x="83822" y="8977"/>
                  </a:lnTo>
                  <a:cubicBezTo>
                    <a:pt x="481513" y="73066"/>
                    <a:pt x="786941" y="276937"/>
                    <a:pt x="1007423" y="603530"/>
                  </a:cubicBezTo>
                  <a:cubicBezTo>
                    <a:pt x="1091644" y="728317"/>
                    <a:pt x="1141084" y="864163"/>
                    <a:pt x="1196014" y="998698"/>
                  </a:cubicBezTo>
                  <a:cubicBezTo>
                    <a:pt x="1314658" y="1289535"/>
                    <a:pt x="1474956" y="1561126"/>
                    <a:pt x="1720031" y="1792671"/>
                  </a:cubicBezTo>
                  <a:cubicBezTo>
                    <a:pt x="1926283" y="1987685"/>
                    <a:pt x="2173702" y="2127358"/>
                    <a:pt x="2445357" y="2234883"/>
                  </a:cubicBezTo>
                  <a:cubicBezTo>
                    <a:pt x="2748724" y="2354951"/>
                    <a:pt x="2937273" y="2404939"/>
                    <a:pt x="3131728" y="2461621"/>
                  </a:cubicBezTo>
                  <a:cubicBezTo>
                    <a:pt x="3347847" y="2524590"/>
                    <a:pt x="4630019" y="2898435"/>
                    <a:pt x="4942117" y="3799387"/>
                  </a:cubicBezTo>
                  <a:cubicBezTo>
                    <a:pt x="5026156" y="4042026"/>
                    <a:pt x="5026847" y="4283761"/>
                    <a:pt x="5025401" y="4347030"/>
                  </a:cubicBezTo>
                  <a:cubicBezTo>
                    <a:pt x="5022168" y="4486810"/>
                    <a:pt x="5000521" y="4622184"/>
                    <a:pt x="4964911" y="4754079"/>
                  </a:cubicBezTo>
                  <a:lnTo>
                    <a:pt x="4960464" y="4767794"/>
                  </a:lnTo>
                  <a:lnTo>
                    <a:pt x="0" y="4767794"/>
                  </a:ln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xmlns="" id="{EA01FE67-785F-1A9A-BBBD-4F9A419AC158}"/>
                </a:ext>
              </a:extLst>
            </p:cNvPr>
            <p:cNvSpPr/>
            <p:nvPr userDrawn="1"/>
          </p:nvSpPr>
          <p:spPr>
            <a:xfrm>
              <a:off x="6173514" y="1"/>
              <a:ext cx="6018487" cy="5788889"/>
            </a:xfrm>
            <a:custGeom>
              <a:avLst/>
              <a:gdLst>
                <a:gd name="connsiteX0" fmla="*/ 156534 w 6018487"/>
                <a:gd name="connsiteY0" fmla="*/ 0 h 5788889"/>
                <a:gd name="connsiteX1" fmla="*/ 6018487 w 6018487"/>
                <a:gd name="connsiteY1" fmla="*/ 0 h 5788889"/>
                <a:gd name="connsiteX2" fmla="*/ 6018487 w 6018487"/>
                <a:gd name="connsiteY2" fmla="*/ 5323590 h 5788889"/>
                <a:gd name="connsiteX3" fmla="*/ 5932782 w 6018487"/>
                <a:gd name="connsiteY3" fmla="*/ 5397450 h 5788889"/>
                <a:gd name="connsiteX4" fmla="*/ 891863 w 6018487"/>
                <a:gd name="connsiteY4" fmla="*/ 3868392 h 5788889"/>
                <a:gd name="connsiteX5" fmla="*/ 113848 w 6018487"/>
                <a:gd name="connsiteY5" fmla="*/ 143186 h 578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8487" h="5788889">
                  <a:moveTo>
                    <a:pt x="156534" y="0"/>
                  </a:moveTo>
                  <a:lnTo>
                    <a:pt x="6018487" y="0"/>
                  </a:lnTo>
                  <a:lnTo>
                    <a:pt x="6018487" y="5323590"/>
                  </a:lnTo>
                  <a:lnTo>
                    <a:pt x="5932782" y="5397450"/>
                  </a:lnTo>
                  <a:cubicBezTo>
                    <a:pt x="4753122" y="6286614"/>
                    <a:pt x="2167835" y="5612225"/>
                    <a:pt x="891863" y="3868392"/>
                  </a:cubicBezTo>
                  <a:cubicBezTo>
                    <a:pt x="139136" y="2839633"/>
                    <a:pt x="-193253" y="1390444"/>
                    <a:pt x="113848" y="143186"/>
                  </a:cubicBez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xmlns="" id="{BF7A62BA-11D3-585A-8CBD-5E0FB4DE522D}"/>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xmlns="" id="{8E1AE81E-772F-B009-AF15-C0FC060518A7}"/>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2" name="Title 1">
            <a:extLst>
              <a:ext uri="{FF2B5EF4-FFF2-40B4-BE49-F238E27FC236}">
                <a16:creationId xmlns:a16="http://schemas.microsoft.com/office/drawing/2014/main" xmlns="" id="{C9EEA626-63D9-B376-D5C7-F7B224767D92}"/>
              </a:ext>
            </a:extLst>
          </p:cNvPr>
          <p:cNvSpPr>
            <a:spLocks noGrp="1"/>
          </p:cNvSpPr>
          <p:nvPr>
            <p:ph type="ctrTitle" hasCustomPrompt="1"/>
          </p:nvPr>
        </p:nvSpPr>
        <p:spPr>
          <a:xfrm>
            <a:off x="1524000" y="417443"/>
            <a:ext cx="9144000" cy="3140589"/>
          </a:xfrm>
        </p:spPr>
        <p:txBody>
          <a:bodyPr anchor="b"/>
          <a:lstStyle>
            <a:lvl1pPr algn="ctr">
              <a:defRPr sz="6000"/>
            </a:lvl1pPr>
          </a:lstStyle>
          <a:p>
            <a:r>
              <a:rPr lang="en-US" dirty="0"/>
              <a:t>click to add title</a:t>
            </a:r>
          </a:p>
        </p:txBody>
      </p:sp>
      <p:sp>
        <p:nvSpPr>
          <p:cNvPr id="3" name="Subtitle 2">
            <a:extLst>
              <a:ext uri="{FF2B5EF4-FFF2-40B4-BE49-F238E27FC236}">
                <a16:creationId xmlns:a16="http://schemas.microsoft.com/office/drawing/2014/main" xmlns="" id="{2088E094-4ADD-B56F-A2B6-C1D91D2B398B}"/>
              </a:ext>
            </a:extLst>
          </p:cNvPr>
          <p:cNvSpPr>
            <a:spLocks noGrp="1"/>
          </p:cNvSpPr>
          <p:nvPr>
            <p:ph type="subTitle" idx="1" hasCustomPrompt="1"/>
          </p:nvPr>
        </p:nvSpPr>
        <p:spPr>
          <a:xfrm>
            <a:off x="1524000" y="3602037"/>
            <a:ext cx="9144000" cy="2297317"/>
          </a:xfrm>
        </p:spPr>
        <p:txBody>
          <a:bodyPr anchor="t" anchorCtr="0">
            <a:normAutofit/>
          </a:bodyPr>
          <a:lstStyle>
            <a:lvl1pPr marL="0" indent="0" algn="ctr">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text</a:t>
            </a:r>
          </a:p>
        </p:txBody>
      </p:sp>
    </p:spTree>
    <p:extLst>
      <p:ext uri="{BB962C8B-B14F-4D97-AF65-F5344CB8AC3E}">
        <p14:creationId xmlns:p14="http://schemas.microsoft.com/office/powerpoint/2010/main" xmlns="" val="16571584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xmlns="" id="{7DCD020E-88CF-303D-F947-8EE980AC8093}"/>
              </a:ext>
              <a:ext uri="{C183D7F6-B498-43B3-948B-1728B52AA6E4}">
                <adec:decorative xmlns:adec="http://schemas.microsoft.com/office/drawing/2017/decorative" xmlns=""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xmlns=""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xmlns=""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xmlns="" id="{694847DB-2FD4-A0B7-D27C-B0D097130852}"/>
              </a:ext>
            </a:extLst>
          </p:cNvPr>
          <p:cNvSpPr>
            <a:spLocks noGrp="1"/>
          </p:cNvSpPr>
          <p:nvPr>
            <p:ph type="title" hasCustomPrompt="1"/>
          </p:nvPr>
        </p:nvSpPr>
        <p:spPr>
          <a:xfrm>
            <a:off x="576070" y="82296"/>
            <a:ext cx="11087609" cy="1298448"/>
          </a:xfrm>
        </p:spPr>
        <p:txBody>
          <a:bodyPr anchor="b"/>
          <a:lstStyle>
            <a:lvl1pPr>
              <a:defRPr sz="4800"/>
            </a:lvl1pPr>
          </a:lstStyle>
          <a:p>
            <a:r>
              <a:rPr lang="en-US" dirty="0"/>
              <a:t>click to add title</a:t>
            </a:r>
          </a:p>
        </p:txBody>
      </p:sp>
      <p:sp>
        <p:nvSpPr>
          <p:cNvPr id="3" name="Content Placeholder 2">
            <a:extLst>
              <a:ext uri="{FF2B5EF4-FFF2-40B4-BE49-F238E27FC236}">
                <a16:creationId xmlns:a16="http://schemas.microsoft.com/office/drawing/2014/main" xmlns="" id="{65D2FAB7-6DDF-86AA-6FF5-4EBD6234F258}"/>
              </a:ext>
            </a:extLst>
          </p:cNvPr>
          <p:cNvSpPr>
            <a:spLocks noGrp="1"/>
          </p:cNvSpPr>
          <p:nvPr>
            <p:ph sz="half" idx="1" hasCustomPrompt="1"/>
          </p:nvPr>
        </p:nvSpPr>
        <p:spPr>
          <a:xfrm>
            <a:off x="838200" y="1825625"/>
            <a:ext cx="5181600" cy="4351338"/>
          </a:xfrm>
        </p:spPr>
        <p:txBody>
          <a:bodyPr/>
          <a:lstStyle>
            <a:lvl1pPr marL="228600" indent="-228600">
              <a:buFont typeface="Courier New" panose="02070309020205020404" pitchFamily="49" charset="0"/>
              <a:buChar char="o"/>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xmlns="" id="{6FF36D92-E9A2-BC35-2CA0-2DC56E32DCB9}"/>
              </a:ext>
            </a:extLst>
          </p:cNvPr>
          <p:cNvSpPr>
            <a:spLocks noGrp="1"/>
          </p:cNvSpPr>
          <p:nvPr>
            <p:ph sz="half" idx="2" hasCustomPrompt="1"/>
          </p:nvPr>
        </p:nvSpPr>
        <p:spPr>
          <a:xfrm>
            <a:off x="6172200" y="1825625"/>
            <a:ext cx="5181600" cy="4351338"/>
          </a:xfrm>
        </p:spPr>
        <p:txBody>
          <a:bodyPr/>
          <a:lstStyle>
            <a:lvl1pPr marL="228600" indent="-228600">
              <a:buFont typeface="Courier New" panose="02070309020205020404" pitchFamily="49" charset="0"/>
              <a:buChar char="o"/>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xmlns=""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xmlns=""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xmlns="" id="{5D755DEF-097E-EE27-F5A1-F531067296BF}"/>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xmlns="" val="1361742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xmlns="" id="{7FA23ACD-D6D7-BA38-DC7E-CE581CEEC62F}"/>
              </a:ext>
              <a:ext uri="{C183D7F6-B498-43B3-948B-1728B52AA6E4}">
                <adec:decorative xmlns:adec="http://schemas.microsoft.com/office/drawing/2017/decorative" xmlns="" val="1"/>
              </a:ext>
            </a:extLst>
          </p:cNvPr>
          <p:cNvGrpSpPr/>
          <p:nvPr userDrawn="1"/>
        </p:nvGrpSpPr>
        <p:grpSpPr>
          <a:xfrm>
            <a:off x="1" y="1"/>
            <a:ext cx="12192000" cy="6800411"/>
            <a:chOff x="1" y="1"/>
            <a:chExt cx="12192000" cy="6800411"/>
          </a:xfrm>
        </p:grpSpPr>
        <p:sp>
          <p:nvSpPr>
            <p:cNvPr id="6" name="Freeform: Shape 5">
              <a:extLst>
                <a:ext uri="{FF2B5EF4-FFF2-40B4-BE49-F238E27FC236}">
                  <a16:creationId xmlns:a16="http://schemas.microsoft.com/office/drawing/2014/main" xmlns=""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xmlns=""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5" name="Title 1">
            <a:extLst>
              <a:ext uri="{FF2B5EF4-FFF2-40B4-BE49-F238E27FC236}">
                <a16:creationId xmlns:a16="http://schemas.microsoft.com/office/drawing/2014/main" xmlns="" id="{8FFCE30D-675C-0B6D-9F98-1DF1C118CAFA}"/>
              </a:ext>
            </a:extLst>
          </p:cNvPr>
          <p:cNvSpPr>
            <a:spLocks noGrp="1"/>
          </p:cNvSpPr>
          <p:nvPr>
            <p:ph type="title" hasCustomPrompt="1"/>
          </p:nvPr>
        </p:nvSpPr>
        <p:spPr>
          <a:xfrm>
            <a:off x="576071" y="82296"/>
            <a:ext cx="11003016" cy="1298448"/>
          </a:xfrm>
        </p:spPr>
        <p:txBody>
          <a:bodyPr anchor="b"/>
          <a:lstStyle>
            <a:lvl1pPr>
              <a:defRPr sz="4800"/>
            </a:lvl1pPr>
          </a:lstStyle>
          <a:p>
            <a:r>
              <a:rPr lang="en-US" dirty="0"/>
              <a:t>click to add title</a:t>
            </a:r>
          </a:p>
        </p:txBody>
      </p:sp>
      <p:sp>
        <p:nvSpPr>
          <p:cNvPr id="2" name="Date Placeholder 1">
            <a:extLst>
              <a:ext uri="{FF2B5EF4-FFF2-40B4-BE49-F238E27FC236}">
                <a16:creationId xmlns:a16="http://schemas.microsoft.com/office/drawing/2014/main" xmlns="" id="{C3AF76F4-A668-3D1B-FBCF-3C693E818ADD}"/>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xmlns="" id="{236B032C-EBAF-7C2C-182B-5A074BD2FFC3}"/>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xmlns="" id="{67D06A95-0E6D-275E-B1C2-0EC7757BDC6B}"/>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xmlns="" val="4364174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xmlns="" id="{2012842E-B8F6-A7A6-1FF4-3B44F619D180}"/>
              </a:ext>
              <a:ext uri="{C183D7F6-B498-43B3-948B-1728B52AA6E4}">
                <adec:decorative xmlns:adec="http://schemas.microsoft.com/office/drawing/2017/decorative" xmlns=""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xmlns="" id="{CA1E289D-5AB0-EF69-573E-509925B56AD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xmlns="" id="{46B8D33D-94BC-23EE-0691-9CC4E4CFE33B}"/>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2" name="Title 1">
            <a:extLst>
              <a:ext uri="{FF2B5EF4-FFF2-40B4-BE49-F238E27FC236}">
                <a16:creationId xmlns:a16="http://schemas.microsoft.com/office/drawing/2014/main" xmlns="" id="{6CE7DD89-FEA2-9BBA-778E-4E9F25BE143B}"/>
              </a:ext>
            </a:extLst>
          </p:cNvPr>
          <p:cNvSpPr>
            <a:spLocks noGrp="1"/>
          </p:cNvSpPr>
          <p:nvPr>
            <p:ph type="title" hasCustomPrompt="1"/>
          </p:nvPr>
        </p:nvSpPr>
        <p:spPr>
          <a:xfrm>
            <a:off x="839788" y="238539"/>
            <a:ext cx="3932237" cy="1818861"/>
          </a:xfrm>
        </p:spPr>
        <p:txBody>
          <a:bodyPr anchor="b"/>
          <a:lstStyle>
            <a:lvl1pPr>
              <a:defRPr sz="3200"/>
            </a:lvl1pPr>
          </a:lstStyle>
          <a:p>
            <a:r>
              <a:rPr lang="en-US" dirty="0"/>
              <a:t>click to add title</a:t>
            </a:r>
          </a:p>
        </p:txBody>
      </p:sp>
      <p:sp>
        <p:nvSpPr>
          <p:cNvPr id="4" name="Text Placeholder 3">
            <a:extLst>
              <a:ext uri="{FF2B5EF4-FFF2-40B4-BE49-F238E27FC236}">
                <a16:creationId xmlns:a16="http://schemas.microsoft.com/office/drawing/2014/main" xmlns="" id="{D964CE25-BC90-F218-081D-1F318A66E636}"/>
              </a:ext>
            </a:extLst>
          </p:cNvPr>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a:extLst>
              <a:ext uri="{FF2B5EF4-FFF2-40B4-BE49-F238E27FC236}">
                <a16:creationId xmlns:a16="http://schemas.microsoft.com/office/drawing/2014/main" xmlns="" id="{2854D77E-556E-0A77-D94A-FEE6C4493050}"/>
              </a:ext>
            </a:extLst>
          </p:cNvPr>
          <p:cNvSpPr>
            <a:spLocks noGrp="1"/>
          </p:cNvSpPr>
          <p:nvPr>
            <p:ph idx="1" hasCustomPrompt="1"/>
          </p:nvPr>
        </p:nvSpPr>
        <p:spPr>
          <a:xfrm>
            <a:off x="5183188" y="987425"/>
            <a:ext cx="6172200" cy="4873625"/>
          </a:xfrm>
        </p:spPr>
        <p:txBody>
          <a:bodyPr/>
          <a:lstStyle>
            <a:lvl1pPr marL="228600" indent="-228600">
              <a:buFont typeface="Courier New" panose="02070309020205020404" pitchFamily="49" charset="0"/>
              <a:buChar char="o"/>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xmlns="" id="{F8061380-5630-29CD-5357-ECACB77A7FAC}"/>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xmlns="" id="{F77E390A-17CB-4BA8-9C29-A42E9C0A493B}"/>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xmlns="" id="{AE7B19B5-A87D-987E-D2A1-00BF3335EF8E}"/>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xmlns="" val="495225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xmlns=""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r>
              <a:rPr lang="en-US" dirty="0"/>
              <a:t>20XX</a:t>
            </a:r>
          </a:p>
        </p:txBody>
      </p:sp>
      <p:sp>
        <p:nvSpPr>
          <p:cNvPr id="5" name="Footer Placeholder 4">
            <a:extLst>
              <a:ext uri="{FF2B5EF4-FFF2-40B4-BE49-F238E27FC236}">
                <a16:creationId xmlns:a16="http://schemas.microsoft.com/office/drawing/2014/main" xmlns=""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r>
              <a:rPr lang="en-US" dirty="0"/>
              <a:t>presentation title</a:t>
            </a:r>
          </a:p>
        </p:txBody>
      </p:sp>
      <p:sp>
        <p:nvSpPr>
          <p:cNvPr id="6" name="Slide Number Placeholder 5">
            <a:extLst>
              <a:ext uri="{FF2B5EF4-FFF2-40B4-BE49-F238E27FC236}">
                <a16:creationId xmlns:a16="http://schemas.microsoft.com/office/drawing/2014/main" xmlns="" id="{362B7E2D-2283-8730-5E1E-7F19B1CD941D}"/>
              </a:ext>
            </a:extLst>
          </p:cNvPr>
          <p:cNvSpPr>
            <a:spLocks noGrp="1"/>
          </p:cNvSpPr>
          <p:nvPr>
            <p:ph type="sldNum" sz="quarter" idx="4"/>
          </p:nvPr>
        </p:nvSpPr>
        <p:spPr>
          <a:xfrm>
            <a:off x="11027664" y="6464808"/>
            <a:ext cx="987552" cy="310896"/>
          </a:xfrm>
          <a:prstGeom prst="rect">
            <a:avLst/>
          </a:prstGeom>
        </p:spPr>
        <p:txBody>
          <a:bodyPr vert="horz" lIns="91440" tIns="45720" rIns="91440" bIns="45720" rtlCol="0" anchor="ctr"/>
          <a:lstStyle>
            <a:lvl1pPr algn="r">
              <a:defRPr sz="1400">
                <a:solidFill>
                  <a:schemeClr val="tx1"/>
                </a:solidFill>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xmlns="" id="{AA994521-4157-D242-5242-0C3BD99E8EA8}"/>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1636003154"/>
      </p:ext>
    </p:extLst>
  </p:cSld>
  <p:clrMap bg1="lt1" tx1="dk1" bg2="lt2" tx2="dk2" accent1="accent1" accent2="accent2" accent3="accent3" accent4="accent4" accent5="accent5" accent6="accent6" hlink="hlink" folHlink="folHlink"/>
  <p:sldLayoutIdLst>
    <p:sldLayoutId id="2147483649" r:id="rId1"/>
    <p:sldLayoutId id="2147483658" r:id="rId2"/>
    <p:sldLayoutId id="2147483657" r:id="rId3"/>
    <p:sldLayoutId id="2147483651" r:id="rId4"/>
    <p:sldLayoutId id="2147483659" r:id="rId5"/>
    <p:sldLayoutId id="2147483660" r:id="rId6"/>
    <p:sldLayoutId id="2147483664" r:id="rId7"/>
    <p:sldLayoutId id="2147483661" r:id="rId8"/>
    <p:sldLayoutId id="2147483662" r:id="rId9"/>
    <p:sldLayoutId id="2147483663" r:id="rId10"/>
    <p:sldLayoutId id="2147483654" r:id="rId11"/>
    <p:sldLayoutId id="2147483653" r:id="rId12"/>
    <p:sldLayoutId id="2147483667" r:id="rId13"/>
    <p:sldLayoutId id="2147483665" r:id="rId14"/>
    <p:sldLayoutId id="2147483666" r:id="rId15"/>
    <p:sldLayoutId id="2147483652" r:id="rId16"/>
    <p:sldLayoutId id="2147483655" r:id="rId17"/>
    <p:sldLayoutId id="2147483656" r:id="rId18"/>
  </p:sldLayoutIdLst>
  <p:hf hdr="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instagram.com/reel/ClDL7TZBQIl/?igshid=NjFhOGMzYTE3ZQ" TargetMode="Externa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B8BB83-CA62-C813-5584-9F9C32557A2B}"/>
              </a:ext>
            </a:extLst>
          </p:cNvPr>
          <p:cNvSpPr>
            <a:spLocks noGrp="1"/>
          </p:cNvSpPr>
          <p:nvPr>
            <p:ph type="ctrTitle"/>
          </p:nvPr>
        </p:nvSpPr>
        <p:spPr>
          <a:xfrm>
            <a:off x="1524000" y="124287"/>
            <a:ext cx="9144000" cy="3385676"/>
          </a:xfrm>
        </p:spPr>
        <p:txBody>
          <a:bodyPr/>
          <a:lstStyle/>
          <a:p>
            <a:r>
              <a:rPr lang="en-US" dirty="0" err="1">
                <a:latin typeface="Algerian" panose="04020705040A02060702" pitchFamily="82" charset="0"/>
              </a:rPr>
              <a:t>lIC</a:t>
            </a:r>
            <a:endParaRPr lang="en-US" dirty="0">
              <a:latin typeface="Algerian" panose="04020705040A02060702" pitchFamily="82" charset="0"/>
            </a:endParaRPr>
          </a:p>
        </p:txBody>
      </p:sp>
      <p:sp>
        <p:nvSpPr>
          <p:cNvPr id="3" name="Subtitle 2">
            <a:extLst>
              <a:ext uri="{FF2B5EF4-FFF2-40B4-BE49-F238E27FC236}">
                <a16:creationId xmlns:a16="http://schemas.microsoft.com/office/drawing/2014/main" xmlns="" id="{CA0D2251-7AFE-1B36-778C-D116EDBB7FDE}"/>
              </a:ext>
            </a:extLst>
          </p:cNvPr>
          <p:cNvSpPr>
            <a:spLocks noGrp="1"/>
          </p:cNvSpPr>
          <p:nvPr>
            <p:ph type="subTitle" idx="1"/>
          </p:nvPr>
        </p:nvSpPr>
        <p:spPr>
          <a:xfrm>
            <a:off x="1524000" y="3543045"/>
            <a:ext cx="10577804" cy="3314955"/>
          </a:xfrm>
        </p:spPr>
        <p:txBody>
          <a:bodyPr/>
          <a:lstStyle/>
          <a:p>
            <a:r>
              <a:rPr lang="en-US" dirty="0"/>
              <a:t>Life insurance corporation of </a:t>
            </a:r>
            <a:r>
              <a:rPr lang="en-US" dirty="0" err="1"/>
              <a:t>india</a:t>
            </a:r>
            <a:endParaRPr lang="en-US" dirty="0"/>
          </a:p>
          <a:p>
            <a:r>
              <a:rPr lang="en-US" dirty="0"/>
              <a:t>                                                     Presented team by: </a:t>
            </a:r>
          </a:p>
          <a:p>
            <a:pPr lvl="1"/>
            <a:r>
              <a:rPr lang="en-US" dirty="0"/>
              <a:t>                                                       R.PRATYUSHA</a:t>
            </a:r>
          </a:p>
          <a:p>
            <a:pPr lvl="1"/>
            <a:r>
              <a:rPr lang="en-US" dirty="0"/>
              <a:t>                                                  A.HARITHA</a:t>
            </a:r>
          </a:p>
          <a:p>
            <a:pPr lvl="1"/>
            <a:r>
              <a:rPr lang="en-US" dirty="0"/>
              <a:t>                                                A.HARIKA</a:t>
            </a:r>
          </a:p>
          <a:p>
            <a:pPr lvl="1"/>
            <a:r>
              <a:rPr lang="en-US" dirty="0"/>
              <a:t>                                                     B.SAI SRUTHI</a:t>
            </a:r>
          </a:p>
          <a:p>
            <a:pPr lvl="1"/>
            <a:r>
              <a:rPr lang="en-US" dirty="0"/>
              <a:t>                                                  D.SINDHU</a:t>
            </a:r>
          </a:p>
          <a:p>
            <a:pPr lvl="1"/>
            <a:endParaRPr lang="en-US" dirty="0"/>
          </a:p>
          <a:p>
            <a:pPr lvl="1"/>
            <a:endParaRPr lang="en-US" dirty="0"/>
          </a:p>
        </p:txBody>
      </p:sp>
    </p:spTree>
    <p:extLst>
      <p:ext uri="{BB962C8B-B14F-4D97-AF65-F5344CB8AC3E}">
        <p14:creationId xmlns:p14="http://schemas.microsoft.com/office/powerpoint/2010/main" xmlns="" val="417536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2EBE2C6B-8A7B-0A0A-8381-B38F1A648E96}"/>
              </a:ext>
            </a:extLst>
          </p:cNvPr>
          <p:cNvSpPr>
            <a:spLocks noGrp="1"/>
          </p:cNvSpPr>
          <p:nvPr>
            <p:ph type="title"/>
          </p:nvPr>
        </p:nvSpPr>
        <p:spPr/>
        <p:txBody>
          <a:bodyPr/>
          <a:lstStyle/>
          <a:p>
            <a:r>
              <a:rPr lang="en-IN" dirty="0"/>
              <a:t>Main theme of LIC</a:t>
            </a:r>
          </a:p>
        </p:txBody>
      </p:sp>
      <p:sp>
        <p:nvSpPr>
          <p:cNvPr id="9" name="Text Placeholder 8">
            <a:extLst>
              <a:ext uri="{FF2B5EF4-FFF2-40B4-BE49-F238E27FC236}">
                <a16:creationId xmlns:a16="http://schemas.microsoft.com/office/drawing/2014/main" xmlns="" id="{A0B266C3-A0A3-8833-70F4-DD53E4545063}"/>
              </a:ext>
            </a:extLst>
          </p:cNvPr>
          <p:cNvSpPr>
            <a:spLocks noGrp="1"/>
          </p:cNvSpPr>
          <p:nvPr>
            <p:ph type="body" sz="quarter" idx="13"/>
          </p:nvPr>
        </p:nvSpPr>
        <p:spPr/>
        <p:txBody>
          <a:bodyPr/>
          <a:lstStyle/>
          <a:p>
            <a:r>
              <a:rPr lang="en-US" b="1" dirty="0" err="1"/>
              <a:t>Yogakshemam</a:t>
            </a:r>
            <a:r>
              <a:rPr lang="en-US" b="1" dirty="0"/>
              <a:t> </a:t>
            </a:r>
            <a:r>
              <a:rPr lang="en-US" b="1" dirty="0" err="1"/>
              <a:t>Vahamyaham</a:t>
            </a:r>
            <a:r>
              <a:rPr lang="en-US" dirty="0"/>
              <a:t>” meaning “Your welfare is our responsibility”.</a:t>
            </a:r>
          </a:p>
          <a:p>
            <a:endParaRPr lang="en-IN" dirty="0"/>
          </a:p>
        </p:txBody>
      </p:sp>
      <p:sp>
        <p:nvSpPr>
          <p:cNvPr id="5" name="Date Placeholder 4">
            <a:extLst>
              <a:ext uri="{FF2B5EF4-FFF2-40B4-BE49-F238E27FC236}">
                <a16:creationId xmlns:a16="http://schemas.microsoft.com/office/drawing/2014/main" xmlns="" id="{E38A3C2C-C225-4E0F-2DEB-D68788C480FE}"/>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xmlns="" id="{CEE6D9E5-41B1-EC71-4B8E-F8A71EC934C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52E18D6A-B77E-9EC8-EBB7-130BCC8038A4}"/>
              </a:ext>
            </a:extLst>
          </p:cNvPr>
          <p:cNvSpPr>
            <a:spLocks noGrp="1"/>
          </p:cNvSpPr>
          <p:nvPr>
            <p:ph type="sldNum" sz="quarter" idx="12"/>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xmlns="" val="482785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6DBD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79D4ADC4-01B6-AA8C-9B56-49464B100BE3}"/>
              </a:ext>
            </a:extLst>
          </p:cNvPr>
          <p:cNvSpPr>
            <a:spLocks noGrp="1"/>
          </p:cNvSpPr>
          <p:nvPr>
            <p:ph type="title"/>
          </p:nvPr>
        </p:nvSpPr>
        <p:spPr>
          <a:xfrm>
            <a:off x="576072" y="82296"/>
            <a:ext cx="9363456" cy="1298448"/>
          </a:xfrm>
        </p:spPr>
        <p:txBody>
          <a:bodyPr/>
          <a:lstStyle/>
          <a:p>
            <a:r>
              <a:rPr lang="en-US" dirty="0">
                <a:solidFill>
                  <a:schemeClr val="tx1">
                    <a:lumMod val="50000"/>
                  </a:schemeClr>
                </a:solidFill>
              </a:rPr>
              <a:t>Introduction</a:t>
            </a:r>
          </a:p>
        </p:txBody>
      </p:sp>
      <p:graphicFrame>
        <p:nvGraphicFramePr>
          <p:cNvPr id="9" name="Table 4">
            <a:extLst>
              <a:ext uri="{FF2B5EF4-FFF2-40B4-BE49-F238E27FC236}">
                <a16:creationId xmlns:a16="http://schemas.microsoft.com/office/drawing/2014/main" xmlns="" id="{599C0C9D-9A88-B612-EE50-DB2991538472}"/>
              </a:ext>
            </a:extLst>
          </p:cNvPr>
          <p:cNvGraphicFramePr>
            <a:graphicFrameLocks noGrp="1"/>
          </p:cNvGraphicFramePr>
          <p:nvPr>
            <p:ph idx="1"/>
            <p:extLst>
              <p:ext uri="{D42A27DB-BD31-4B8C-83A1-F6EECF244321}">
                <p14:modId xmlns:p14="http://schemas.microsoft.com/office/powerpoint/2010/main" xmlns="" val="883794918"/>
              </p:ext>
            </p:extLst>
          </p:nvPr>
        </p:nvGraphicFramePr>
        <p:xfrm>
          <a:off x="576072" y="1380743"/>
          <a:ext cx="5778075" cy="3779085"/>
        </p:xfrm>
        <a:graphic>
          <a:graphicData uri="http://schemas.openxmlformats.org/drawingml/2006/table">
            <a:tbl>
              <a:tblPr firstRow="1" bandRow="1">
                <a:tableStyleId>{2D5ABB26-0587-4C30-8999-92F81FD0307C}</a:tableStyleId>
              </a:tblPr>
              <a:tblGrid>
                <a:gridCol w="1206121">
                  <a:extLst>
                    <a:ext uri="{9D8B030D-6E8A-4147-A177-3AD203B41FA5}">
                      <a16:colId xmlns:a16="http://schemas.microsoft.com/office/drawing/2014/main" xmlns="" val="1689330750"/>
                    </a:ext>
                  </a:extLst>
                </a:gridCol>
                <a:gridCol w="4571954">
                  <a:extLst>
                    <a:ext uri="{9D8B030D-6E8A-4147-A177-3AD203B41FA5}">
                      <a16:colId xmlns:a16="http://schemas.microsoft.com/office/drawing/2014/main" xmlns="" val="2755691855"/>
                    </a:ext>
                  </a:extLst>
                </a:gridCol>
              </a:tblGrid>
              <a:tr h="3779085">
                <a:tc>
                  <a:txBody>
                    <a:bodyPr/>
                    <a:lstStyle/>
                    <a:p>
                      <a:pPr algn="ctr"/>
                      <a:endParaRPr lang="en-US" dirty="0"/>
                    </a:p>
                  </a:txBody>
                  <a:tcPr anchor="ctr"/>
                </a:tc>
                <a:tc>
                  <a:txBody>
                    <a:bodyPr/>
                    <a:lstStyle/>
                    <a:p>
                      <a:pPr algn="ctr"/>
                      <a:r>
                        <a:rPr lang="en-US" b="1" i="0" dirty="0">
                          <a:latin typeface="Gill Sans Nova" panose="020B0602020104020203" pitchFamily="34" charset="0"/>
                          <a:cs typeface="Gill Sans SemiBold" panose="020B0502020104020203" pitchFamily="34" charset="-79"/>
                        </a:rPr>
                        <a:t>The Life Insurance Corporation of India was established on 1 September 1956. Ensure and enhance the quality of life of people through financial security by providing products and services of aspired attributes with competitive returns, and by rendering resources for economic development. Head of the LIC is </a:t>
                      </a:r>
                      <a:r>
                        <a:rPr lang="en-US" b="1" i="0" dirty="0" err="1">
                          <a:latin typeface="Gill Sans Nova" panose="020B0602020104020203" pitchFamily="34" charset="0"/>
                          <a:cs typeface="Gill Sans SemiBold" panose="020B0502020104020203" pitchFamily="34" charset="-79"/>
                        </a:rPr>
                        <a:t>Siddartha</a:t>
                      </a:r>
                      <a:r>
                        <a:rPr lang="en-US" b="1" i="0" dirty="0">
                          <a:latin typeface="Gill Sans Nova" panose="020B0602020104020203" pitchFamily="34" charset="0"/>
                          <a:cs typeface="Gill Sans SemiBold" panose="020B0502020104020203" pitchFamily="34" charset="-79"/>
                        </a:rPr>
                        <a:t> Mohanty</a:t>
                      </a:r>
                    </a:p>
                  </a:txBody>
                  <a:tcPr anchor="ctr"/>
                </a:tc>
                <a:extLst>
                  <a:ext uri="{0D108BD9-81ED-4DB2-BD59-A6C34878D82A}">
                    <a16:rowId xmlns:a16="http://schemas.microsoft.com/office/drawing/2014/main" xmlns="" val="479928716"/>
                  </a:ext>
                </a:extLst>
              </a:tr>
            </a:tbl>
          </a:graphicData>
        </a:graphic>
      </p:graphicFrame>
      <p:sp>
        <p:nvSpPr>
          <p:cNvPr id="6" name="Footer Placeholder 5">
            <a:extLst>
              <a:ext uri="{FF2B5EF4-FFF2-40B4-BE49-F238E27FC236}">
                <a16:creationId xmlns:a16="http://schemas.microsoft.com/office/drawing/2014/main" xmlns="" id="{8F9C73CF-CD73-39D0-D208-17D75BEB817B}"/>
              </a:ext>
            </a:extLst>
          </p:cNvPr>
          <p:cNvSpPr>
            <a:spLocks noGrp="1"/>
          </p:cNvSpPr>
          <p:nvPr>
            <p:ph type="ftr" sz="quarter" idx="11"/>
          </p:nvPr>
        </p:nvSpPr>
        <p:spPr>
          <a:xfrm>
            <a:off x="4379976" y="6464808"/>
            <a:ext cx="3438144" cy="310896"/>
          </a:xfrm>
        </p:spPr>
        <p:txBody>
          <a:bodyPr/>
          <a:lstStyle/>
          <a:p>
            <a:endParaRPr lang="en-US" dirty="0"/>
          </a:p>
        </p:txBody>
      </p:sp>
      <p:sp>
        <p:nvSpPr>
          <p:cNvPr id="8" name="Slide Number Placeholder 7">
            <a:extLst>
              <a:ext uri="{FF2B5EF4-FFF2-40B4-BE49-F238E27FC236}">
                <a16:creationId xmlns:a16="http://schemas.microsoft.com/office/drawing/2014/main" xmlns="" id="{4F0540EB-6A4B-28A8-564F-BC45DFDE0883}"/>
              </a:ext>
            </a:extLst>
          </p:cNvPr>
          <p:cNvSpPr>
            <a:spLocks noGrp="1"/>
          </p:cNvSpPr>
          <p:nvPr>
            <p:ph type="sldNum" sz="quarter" idx="12"/>
          </p:nvPr>
        </p:nvSpPr>
        <p:spPr>
          <a:xfrm>
            <a:off x="11027664" y="6464808"/>
            <a:ext cx="987552" cy="310896"/>
          </a:xfrm>
        </p:spPr>
        <p:txBody>
          <a:bodyPr/>
          <a:lstStyle/>
          <a:p>
            <a:fld id="{58FB4751-880F-D840-AAA9-3A15815CC996}" type="slidenum">
              <a:rPr lang="en-US" smtClean="0"/>
              <a:pPr/>
              <a:t>3</a:t>
            </a:fld>
            <a:endParaRPr lang="en-US" dirty="0"/>
          </a:p>
        </p:txBody>
      </p:sp>
      <p:pic>
        <p:nvPicPr>
          <p:cNvPr id="7" name="Picture 6">
            <a:extLst>
              <a:ext uri="{FF2B5EF4-FFF2-40B4-BE49-F238E27FC236}">
                <a16:creationId xmlns:a16="http://schemas.microsoft.com/office/drawing/2014/main" xmlns="" id="{0B6C1A3E-9F47-7C69-AE5C-7642024C4CCC}"/>
              </a:ext>
            </a:extLst>
          </p:cNvPr>
          <p:cNvPicPr>
            <a:picLocks noChangeAspect="1"/>
          </p:cNvPicPr>
          <p:nvPr/>
        </p:nvPicPr>
        <p:blipFill>
          <a:blip r:embed="rId2"/>
          <a:stretch>
            <a:fillRect/>
          </a:stretch>
        </p:blipFill>
        <p:spPr>
          <a:xfrm>
            <a:off x="7184571" y="1912777"/>
            <a:ext cx="4525347" cy="3023118"/>
          </a:xfrm>
          <a:prstGeom prst="rect">
            <a:avLst/>
          </a:prstGeom>
        </p:spPr>
      </p:pic>
    </p:spTree>
    <p:extLst>
      <p:ext uri="{BB962C8B-B14F-4D97-AF65-F5344CB8AC3E}">
        <p14:creationId xmlns:p14="http://schemas.microsoft.com/office/powerpoint/2010/main" xmlns="" val="2752853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FA2EB3-99E2-3806-BC5C-50DDFE922F37}"/>
              </a:ext>
            </a:extLst>
          </p:cNvPr>
          <p:cNvSpPr>
            <a:spLocks noGrp="1"/>
          </p:cNvSpPr>
          <p:nvPr>
            <p:ph type="title"/>
          </p:nvPr>
        </p:nvSpPr>
        <p:spPr/>
        <p:txBody>
          <a:bodyPr/>
          <a:lstStyle/>
          <a:p>
            <a:r>
              <a:rPr lang="en-IN" dirty="0"/>
              <a:t>Digital Marketing :</a:t>
            </a:r>
          </a:p>
        </p:txBody>
      </p:sp>
      <p:sp>
        <p:nvSpPr>
          <p:cNvPr id="3" name="Content Placeholder 2">
            <a:extLst>
              <a:ext uri="{FF2B5EF4-FFF2-40B4-BE49-F238E27FC236}">
                <a16:creationId xmlns:a16="http://schemas.microsoft.com/office/drawing/2014/main" xmlns="" id="{5138C45E-D90D-766C-2FE1-670058EC793E}"/>
              </a:ext>
            </a:extLst>
          </p:cNvPr>
          <p:cNvSpPr>
            <a:spLocks noGrp="1"/>
          </p:cNvSpPr>
          <p:nvPr>
            <p:ph idx="1"/>
          </p:nvPr>
        </p:nvSpPr>
        <p:spPr/>
        <p:txBody>
          <a:bodyPr>
            <a:normAutofit fontScale="85000" lnSpcReduction="20000"/>
          </a:bodyPr>
          <a:lstStyle/>
          <a:p>
            <a:r>
              <a:rPr lang="en-US" dirty="0"/>
              <a:t>Digital marketing, also called online marketing, is the promotion of brands to connect with potential customers using the internet and other forms of digital communication. This includes not only email, social media, and web-based advertising, but also text and multimedia messages as a marketing channel.</a:t>
            </a:r>
          </a:p>
          <a:p>
            <a:r>
              <a:rPr lang="en-IN" dirty="0"/>
              <a:t>Key components of digital marketing:</a:t>
            </a:r>
          </a:p>
          <a:p>
            <a:pPr lvl="1">
              <a:buFont typeface="Wingdings" panose="05000000000000000000" pitchFamily="2" charset="2"/>
              <a:buChar char="ü"/>
            </a:pPr>
            <a:r>
              <a:rPr lang="en-IN" dirty="0"/>
              <a:t>Website marketing </a:t>
            </a:r>
          </a:p>
          <a:p>
            <a:pPr lvl="1">
              <a:buFont typeface="Wingdings" panose="05000000000000000000" pitchFamily="2" charset="2"/>
              <a:buChar char="ü"/>
            </a:pPr>
            <a:r>
              <a:rPr lang="en-IN" dirty="0"/>
              <a:t>Social media marketing</a:t>
            </a:r>
          </a:p>
          <a:p>
            <a:pPr lvl="1">
              <a:buFont typeface="Wingdings" panose="05000000000000000000" pitchFamily="2" charset="2"/>
              <a:buChar char="ü"/>
            </a:pPr>
            <a:r>
              <a:rPr lang="en-IN" dirty="0"/>
              <a:t>Email marketing</a:t>
            </a:r>
          </a:p>
          <a:p>
            <a:pPr lvl="1">
              <a:buFont typeface="Wingdings" panose="05000000000000000000" pitchFamily="2" charset="2"/>
              <a:buChar char="ü"/>
            </a:pPr>
            <a:r>
              <a:rPr lang="en-IN" dirty="0"/>
              <a:t>Search engine marketing</a:t>
            </a:r>
          </a:p>
          <a:p>
            <a:pPr lvl="1">
              <a:buFont typeface="Wingdings" panose="05000000000000000000" pitchFamily="2" charset="2"/>
              <a:buChar char="ü"/>
            </a:pPr>
            <a:r>
              <a:rPr lang="en-IN" dirty="0"/>
              <a:t>Content marketing</a:t>
            </a:r>
          </a:p>
          <a:p>
            <a:pPr lvl="1">
              <a:buFont typeface="Wingdings" panose="05000000000000000000" pitchFamily="2" charset="2"/>
              <a:buChar char="ü"/>
            </a:pPr>
            <a:r>
              <a:rPr lang="en-IN" dirty="0"/>
              <a:t>Affiliate marketing</a:t>
            </a:r>
          </a:p>
          <a:p>
            <a:pPr lvl="1">
              <a:buFont typeface="Wingdings" panose="05000000000000000000" pitchFamily="2" charset="2"/>
              <a:buChar char="ü"/>
            </a:pPr>
            <a:r>
              <a:rPr lang="en-IN" dirty="0"/>
              <a:t>Display advertising</a:t>
            </a:r>
          </a:p>
          <a:p>
            <a:pPr lvl="1">
              <a:buFont typeface="Wingdings" panose="05000000000000000000" pitchFamily="2" charset="2"/>
              <a:buChar char="ü"/>
            </a:pPr>
            <a:r>
              <a:rPr lang="en-IN" dirty="0"/>
              <a:t>Video marketing</a:t>
            </a:r>
          </a:p>
          <a:p>
            <a:pPr marL="457200" lvl="1" indent="0">
              <a:buNone/>
            </a:pPr>
            <a:endParaRPr lang="en-IN" dirty="0"/>
          </a:p>
        </p:txBody>
      </p:sp>
      <p:sp>
        <p:nvSpPr>
          <p:cNvPr id="6" name="Slide Number Placeholder 5">
            <a:extLst>
              <a:ext uri="{FF2B5EF4-FFF2-40B4-BE49-F238E27FC236}">
                <a16:creationId xmlns:a16="http://schemas.microsoft.com/office/drawing/2014/main" xmlns="" id="{055336C7-6BC0-E4AB-4AE6-C440E9CFAEA1}"/>
              </a:ext>
            </a:extLst>
          </p:cNvPr>
          <p:cNvSpPr>
            <a:spLocks noGrp="1"/>
          </p:cNvSpPr>
          <p:nvPr>
            <p:ph type="sldNum" sz="quarter" idx="12"/>
          </p:nvPr>
        </p:nvSpPr>
        <p:spPr/>
        <p:txBody>
          <a:bodyPr/>
          <a:lstStyle/>
          <a:p>
            <a:fld id="{58FB4751-880F-D840-AAA9-3A15815CC996}" type="slidenum">
              <a:rPr lang="en-US" smtClean="0"/>
              <a:pPr/>
              <a:t>4</a:t>
            </a:fld>
            <a:endParaRPr lang="en-US" dirty="0"/>
          </a:p>
        </p:txBody>
      </p:sp>
      <p:pic>
        <p:nvPicPr>
          <p:cNvPr id="10" name="Picture 9">
            <a:extLst>
              <a:ext uri="{FF2B5EF4-FFF2-40B4-BE49-F238E27FC236}">
                <a16:creationId xmlns:a16="http://schemas.microsoft.com/office/drawing/2014/main" xmlns="" id="{503479D0-1576-172B-AF78-1C462EADE020}"/>
              </a:ext>
            </a:extLst>
          </p:cNvPr>
          <p:cNvPicPr>
            <a:picLocks noChangeAspect="1"/>
          </p:cNvPicPr>
          <p:nvPr/>
        </p:nvPicPr>
        <p:blipFill>
          <a:blip r:embed="rId2"/>
          <a:stretch>
            <a:fillRect/>
          </a:stretch>
        </p:blipFill>
        <p:spPr>
          <a:xfrm>
            <a:off x="6830008" y="2892490"/>
            <a:ext cx="4660210" cy="3103755"/>
          </a:xfrm>
          <a:prstGeom prst="rect">
            <a:avLst/>
          </a:prstGeom>
        </p:spPr>
      </p:pic>
    </p:spTree>
    <p:extLst>
      <p:ext uri="{BB962C8B-B14F-4D97-AF65-F5344CB8AC3E}">
        <p14:creationId xmlns:p14="http://schemas.microsoft.com/office/powerpoint/2010/main" xmlns="" val="1681890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E6BB673-1C81-9347-F342-2EFEF46A677C}"/>
              </a:ext>
            </a:extLst>
          </p:cNvPr>
          <p:cNvSpPr>
            <a:spLocks noGrp="1"/>
          </p:cNvSpPr>
          <p:nvPr>
            <p:ph idx="1"/>
          </p:nvPr>
        </p:nvSpPr>
        <p:spPr/>
        <p:txBody>
          <a:bodyPr/>
          <a:lstStyle/>
          <a:p>
            <a:r>
              <a:rPr lang="en-US" dirty="0"/>
              <a:t>Choosing digital marketing offers a multitude of compelling reasons that make it a highly advantageous and essential strategy in today’s business landscape. Here are some key reasons why you should opt for digital marketing: In conclusion, choosing digital marketing is an indispensable decision for any business or individual seeking growth and success in the modern…</a:t>
            </a:r>
            <a:endParaRPr lang="en-IN" dirty="0"/>
          </a:p>
        </p:txBody>
      </p:sp>
      <p:sp>
        <p:nvSpPr>
          <p:cNvPr id="4" name="Date Placeholder 3">
            <a:extLst>
              <a:ext uri="{FF2B5EF4-FFF2-40B4-BE49-F238E27FC236}">
                <a16:creationId xmlns:a16="http://schemas.microsoft.com/office/drawing/2014/main" xmlns="" id="{C4F2F634-CC84-A257-BC09-E516FED86D29}"/>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xmlns="" id="{9E7FE324-0714-D7CE-6167-EEBA37E92A5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A0425F7C-5702-0694-C5D0-5272433746D8}"/>
              </a:ext>
            </a:extLst>
          </p:cNvPr>
          <p:cNvSpPr>
            <a:spLocks noGrp="1"/>
          </p:cNvSpPr>
          <p:nvPr>
            <p:ph type="sldNum" sz="quarter" idx="12"/>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xmlns="" val="25014697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87A9EB5-18D2-F2B7-57AA-3802AEC27110}"/>
              </a:ext>
            </a:extLst>
          </p:cNvPr>
          <p:cNvSpPr>
            <a:spLocks noGrp="1"/>
          </p:cNvSpPr>
          <p:nvPr>
            <p:ph type="title"/>
          </p:nvPr>
        </p:nvSpPr>
        <p:spPr/>
        <p:txBody>
          <a:bodyPr/>
          <a:lstStyle/>
          <a:p>
            <a:r>
              <a:rPr lang="en-IN" dirty="0"/>
              <a:t>LIC Company</a:t>
            </a:r>
          </a:p>
        </p:txBody>
      </p:sp>
      <p:sp>
        <p:nvSpPr>
          <p:cNvPr id="3" name="Content Placeholder 2">
            <a:extLst>
              <a:ext uri="{FF2B5EF4-FFF2-40B4-BE49-F238E27FC236}">
                <a16:creationId xmlns:a16="http://schemas.microsoft.com/office/drawing/2014/main" xmlns="" id="{592CDB6B-3BE8-4471-6523-7896FED97FA8}"/>
              </a:ext>
            </a:extLst>
          </p:cNvPr>
          <p:cNvSpPr>
            <a:spLocks noGrp="1"/>
          </p:cNvSpPr>
          <p:nvPr>
            <p:ph idx="1"/>
          </p:nvPr>
        </p:nvSpPr>
        <p:spPr/>
        <p:txBody>
          <a:bodyPr>
            <a:normAutofit fontScale="70000" lnSpcReduction="20000"/>
          </a:bodyPr>
          <a:lstStyle/>
          <a:p>
            <a:pPr marL="0" indent="0">
              <a:buNone/>
            </a:pPr>
            <a:endParaRPr lang="en-US" dirty="0"/>
          </a:p>
          <a:p>
            <a:r>
              <a:rPr lang="en-US" dirty="0"/>
              <a:t>Ownership: LIC is a state-owned insurance and investment company. It was founded in 1956 when the Indian Parliament passed the Life Insurance of India Act.	</a:t>
            </a:r>
          </a:p>
          <a:p>
            <a:r>
              <a:rPr lang="en-US" dirty="0"/>
              <a:t>Products: LIC offers a wide range of life insurance, pension, and investment products. These include term insurance, endowment plans, ULIPs (Unit Linked Insurance Plans), and more.</a:t>
            </a:r>
          </a:p>
          <a:p>
            <a:r>
              <a:rPr lang="en-US" dirty="0"/>
              <a:t>Market Presence: LIC has a vast network of branches and agents across India, making it one of the most accessible insurance providers in the country.</a:t>
            </a:r>
          </a:p>
          <a:p>
            <a:r>
              <a:rPr lang="en-US" dirty="0"/>
              <a:t>Investment Role: LIC is also a significant player in India's financial markets. It invests a substantial portion of its funds in government securities and various other investments.</a:t>
            </a:r>
          </a:p>
          <a:p>
            <a:r>
              <a:rPr lang="en-US" dirty="0"/>
              <a:t>Social Initiatives: LIC has been involved in various social and community initiatives, including supporting government schemes and rural development.</a:t>
            </a:r>
            <a:endParaRPr lang="en-IN" dirty="0"/>
          </a:p>
        </p:txBody>
      </p:sp>
      <p:sp>
        <p:nvSpPr>
          <p:cNvPr id="4" name="Date Placeholder 3">
            <a:extLst>
              <a:ext uri="{FF2B5EF4-FFF2-40B4-BE49-F238E27FC236}">
                <a16:creationId xmlns:a16="http://schemas.microsoft.com/office/drawing/2014/main" xmlns="" id="{B7CC6F7F-F0AB-2984-5847-39CF4BFB6D70}"/>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xmlns="" id="{A8A257EE-5169-A700-D2A2-FBA2371CC25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357458AF-099D-8C3A-7471-82CD587B98D9}"/>
              </a:ext>
            </a:extLst>
          </p:cNvPr>
          <p:cNvSpPr>
            <a:spLocks noGrp="1"/>
          </p:cNvSpPr>
          <p:nvPr>
            <p:ph type="sldNum" sz="quarter" idx="12"/>
          </p:nvPr>
        </p:nvSpPr>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xmlns="" val="4998171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327807-3D78-3B51-26D1-10FA006E96DA}"/>
              </a:ext>
            </a:extLst>
          </p:cNvPr>
          <p:cNvSpPr>
            <a:spLocks noGrp="1"/>
          </p:cNvSpPr>
          <p:nvPr>
            <p:ph type="title"/>
          </p:nvPr>
        </p:nvSpPr>
        <p:spPr/>
        <p:txBody>
          <a:bodyPr/>
          <a:lstStyle/>
          <a:p>
            <a:r>
              <a:rPr lang="en-IN" dirty="0"/>
              <a:t>Strategies of LIC Company:</a:t>
            </a:r>
          </a:p>
        </p:txBody>
      </p:sp>
      <p:sp>
        <p:nvSpPr>
          <p:cNvPr id="3" name="Content Placeholder 2">
            <a:extLst>
              <a:ext uri="{FF2B5EF4-FFF2-40B4-BE49-F238E27FC236}">
                <a16:creationId xmlns:a16="http://schemas.microsoft.com/office/drawing/2014/main" xmlns="" id="{9E99A20E-5737-C83F-827A-48AFEBAB6CF1}"/>
              </a:ext>
            </a:extLst>
          </p:cNvPr>
          <p:cNvSpPr>
            <a:spLocks noGrp="1"/>
          </p:cNvSpPr>
          <p:nvPr>
            <p:ph idx="1"/>
          </p:nvPr>
        </p:nvSpPr>
        <p:spPr/>
        <p:txBody>
          <a:bodyPr>
            <a:normAutofit fontScale="70000" lnSpcReduction="20000"/>
          </a:bodyPr>
          <a:lstStyle/>
          <a:p>
            <a:pPr marL="0" indent="0">
              <a:buNone/>
            </a:pPr>
            <a:endParaRPr lang="en-US" dirty="0"/>
          </a:p>
          <a:p>
            <a:r>
              <a:rPr lang="en-US" dirty="0"/>
              <a:t>Diverse Product Portfolio: LIC offers a wide array of insurance and investment products to cater to the varying needs of its customers. This includes traditional endowment plans, term insurance, ULIPs, pension plans, and health insurance.</a:t>
            </a:r>
          </a:p>
          <a:p>
            <a:r>
              <a:rPr lang="en-US" dirty="0"/>
              <a:t>Market Penetration: LIC has a significant focus on market penetration. It has a vast network of branches, agents, and customer service centers across the country, making its products easily accessible to a large population.</a:t>
            </a:r>
          </a:p>
          <a:p>
            <a:r>
              <a:rPr lang="en-US" dirty="0"/>
              <a:t>Customer-Centric Approach: Customer service is a top priority for LIC. They aim to provide excellent service and support to policyholders, including timely claims processing and grievance redressal.</a:t>
            </a:r>
          </a:p>
          <a:p>
            <a:r>
              <a:rPr lang="en-US" dirty="0"/>
              <a:t>Emphasis on Technology: Like most businesses, LIC is investing in technology to improve operational efficiency and enhance customer experience. Online policy issuance, premium payments, and customer portals have become essential parts of its strategy.</a:t>
            </a:r>
            <a:endParaRPr lang="en-IN" dirty="0"/>
          </a:p>
        </p:txBody>
      </p:sp>
      <p:sp>
        <p:nvSpPr>
          <p:cNvPr id="6" name="Slide Number Placeholder 5">
            <a:extLst>
              <a:ext uri="{FF2B5EF4-FFF2-40B4-BE49-F238E27FC236}">
                <a16:creationId xmlns:a16="http://schemas.microsoft.com/office/drawing/2014/main" xmlns="" id="{36630184-7612-AC5A-C36B-1584D771082D}"/>
              </a:ext>
            </a:extLst>
          </p:cNvPr>
          <p:cNvSpPr>
            <a:spLocks noGrp="1"/>
          </p:cNvSpPr>
          <p:nvPr>
            <p:ph type="sldNum" sz="quarter" idx="12"/>
          </p:nvPr>
        </p:nvSpPr>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xmlns="" val="1016443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018A23-A764-E79A-EA53-71A307C90CE2}"/>
              </a:ext>
            </a:extLst>
          </p:cNvPr>
          <p:cNvSpPr>
            <a:spLocks noGrp="1"/>
          </p:cNvSpPr>
          <p:nvPr>
            <p:ph type="title"/>
          </p:nvPr>
        </p:nvSpPr>
        <p:spPr/>
        <p:txBody>
          <a:bodyPr/>
          <a:lstStyle/>
          <a:p>
            <a:r>
              <a:rPr lang="en-IN" dirty="0"/>
              <a:t>Brand strategy of LIC:</a:t>
            </a:r>
          </a:p>
        </p:txBody>
      </p:sp>
      <p:sp>
        <p:nvSpPr>
          <p:cNvPr id="3" name="Content Placeholder 2">
            <a:extLst>
              <a:ext uri="{FF2B5EF4-FFF2-40B4-BE49-F238E27FC236}">
                <a16:creationId xmlns:a16="http://schemas.microsoft.com/office/drawing/2014/main" xmlns="" id="{03FD8244-C92D-6A36-9A4E-B436C6F3FC76}"/>
              </a:ext>
            </a:extLst>
          </p:cNvPr>
          <p:cNvSpPr>
            <a:spLocks noGrp="1"/>
          </p:cNvSpPr>
          <p:nvPr>
            <p:ph idx="1"/>
          </p:nvPr>
        </p:nvSpPr>
        <p:spPr/>
        <p:txBody>
          <a:bodyPr>
            <a:normAutofit fontScale="92500" lnSpcReduction="20000"/>
          </a:bodyPr>
          <a:lstStyle/>
          <a:p>
            <a:r>
              <a:rPr lang="en-US" dirty="0"/>
              <a:t>Trustworthiness: LIC has built a strong reputation for trust and reliability over decades. They emphasize their role in securing the financial future of policyholders.</a:t>
            </a:r>
          </a:p>
          <a:p>
            <a:r>
              <a:rPr lang="en-US" dirty="0"/>
              <a:t>Extensive Network: LIC's brand strategy focuses on its vast network of branches and agents, ensuring that its services are accessible to people in every corner of India.</a:t>
            </a:r>
          </a:p>
          <a:p>
            <a:r>
              <a:rPr lang="en-US" dirty="0"/>
              <a:t>Traditional Values: The brand capitalizes on India's traditional values, portraying itself as a trusted, family-oriented institution.</a:t>
            </a:r>
          </a:p>
          <a:p>
            <a:r>
              <a:rPr lang="en-US" dirty="0"/>
              <a:t>Marketing and Advertising: LIC has utilized various marketing and advertising campaigns to maintain and strengthen its brand image</a:t>
            </a:r>
            <a:endParaRPr lang="en-IN" dirty="0"/>
          </a:p>
        </p:txBody>
      </p:sp>
      <p:sp>
        <p:nvSpPr>
          <p:cNvPr id="6" name="Slide Number Placeholder 5">
            <a:extLst>
              <a:ext uri="{FF2B5EF4-FFF2-40B4-BE49-F238E27FC236}">
                <a16:creationId xmlns:a16="http://schemas.microsoft.com/office/drawing/2014/main" xmlns="" id="{D800D3D2-6DD6-FDB5-1FFA-404D5AB32DED}"/>
              </a:ext>
            </a:extLst>
          </p:cNvPr>
          <p:cNvSpPr>
            <a:spLocks noGrp="1"/>
          </p:cNvSpPr>
          <p:nvPr>
            <p:ph type="sldNum" sz="quarter" idx="12"/>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xmlns="" val="648930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0116F55-E83C-1737-3B17-4AA1553122DD}"/>
              </a:ext>
            </a:extLst>
          </p:cNvPr>
          <p:cNvSpPr>
            <a:spLocks noGrp="1"/>
          </p:cNvSpPr>
          <p:nvPr>
            <p:ph type="title"/>
          </p:nvPr>
        </p:nvSpPr>
        <p:spPr/>
        <p:txBody>
          <a:bodyPr/>
          <a:lstStyle/>
          <a:p>
            <a:r>
              <a:rPr lang="en-IN" dirty="0"/>
              <a:t>Competitors for LIC company:</a:t>
            </a:r>
          </a:p>
        </p:txBody>
      </p:sp>
      <p:sp>
        <p:nvSpPr>
          <p:cNvPr id="3" name="Content Placeholder 2">
            <a:extLst>
              <a:ext uri="{FF2B5EF4-FFF2-40B4-BE49-F238E27FC236}">
                <a16:creationId xmlns:a16="http://schemas.microsoft.com/office/drawing/2014/main" xmlns="" id="{26A2CB9A-71E0-E5A1-D318-4A15C31A6AAD}"/>
              </a:ext>
            </a:extLst>
          </p:cNvPr>
          <p:cNvSpPr>
            <a:spLocks noGrp="1"/>
          </p:cNvSpPr>
          <p:nvPr>
            <p:ph idx="1"/>
          </p:nvPr>
        </p:nvSpPr>
        <p:spPr/>
        <p:txBody>
          <a:bodyPr>
            <a:normAutofit/>
          </a:bodyPr>
          <a:lstStyle/>
          <a:p>
            <a:pPr marL="0" indent="0">
              <a:buNone/>
            </a:pPr>
            <a:endParaRPr lang="en-US" dirty="0"/>
          </a:p>
          <a:p>
            <a:r>
              <a:rPr lang="en-US" dirty="0"/>
              <a:t>The top 3 competitors of LIC are:</a:t>
            </a:r>
          </a:p>
          <a:p>
            <a:r>
              <a:rPr lang="en-US" dirty="0"/>
              <a:t> SBI Life Insurance</a:t>
            </a:r>
          </a:p>
          <a:p>
            <a:r>
              <a:rPr lang="en-US" dirty="0"/>
              <a:t> Sahara Life Insurance</a:t>
            </a:r>
          </a:p>
          <a:p>
            <a:r>
              <a:rPr lang="en-US" dirty="0"/>
              <a:t> HDFC Standard Life</a:t>
            </a:r>
          </a:p>
          <a:p>
            <a:r>
              <a:rPr lang="en-US" dirty="0"/>
              <a:t>And from the above all competitors,</a:t>
            </a:r>
          </a:p>
          <a:p>
            <a:pPr marL="0" indent="0">
              <a:buNone/>
            </a:pPr>
            <a:r>
              <a:rPr lang="en-US" dirty="0"/>
              <a:t>LIC is the market leader covering 66% of the market.</a:t>
            </a:r>
            <a:endParaRPr lang="en-IN" dirty="0"/>
          </a:p>
        </p:txBody>
      </p:sp>
      <p:sp>
        <p:nvSpPr>
          <p:cNvPr id="6" name="Slide Number Placeholder 5">
            <a:extLst>
              <a:ext uri="{FF2B5EF4-FFF2-40B4-BE49-F238E27FC236}">
                <a16:creationId xmlns:a16="http://schemas.microsoft.com/office/drawing/2014/main" xmlns="" id="{E0C8833F-BE78-E07D-10DE-F70793D0A492}"/>
              </a:ext>
            </a:extLst>
          </p:cNvPr>
          <p:cNvSpPr>
            <a:spLocks noGrp="1"/>
          </p:cNvSpPr>
          <p:nvPr>
            <p:ph type="sldNum" sz="quarter" idx="12"/>
          </p:nvPr>
        </p:nvSpPr>
        <p:spPr/>
        <p:txBody>
          <a:bodyPr/>
          <a:lstStyle/>
          <a:p>
            <a:fld id="{58FB4751-880F-D840-AAA9-3A15815CC996}" type="slidenum">
              <a:rPr lang="en-US" smtClean="0"/>
              <a:pPr/>
              <a:t>9</a:t>
            </a:fld>
            <a:endParaRPr lang="en-US" dirty="0"/>
          </a:p>
        </p:txBody>
      </p:sp>
      <p:pic>
        <p:nvPicPr>
          <p:cNvPr id="8" name="Picture 7">
            <a:extLst>
              <a:ext uri="{FF2B5EF4-FFF2-40B4-BE49-F238E27FC236}">
                <a16:creationId xmlns:a16="http://schemas.microsoft.com/office/drawing/2014/main" xmlns="" id="{1EE9123F-ED83-B0DB-AD18-2EF0ABF9E354}"/>
              </a:ext>
            </a:extLst>
          </p:cNvPr>
          <p:cNvPicPr>
            <a:picLocks noChangeAspect="1"/>
          </p:cNvPicPr>
          <p:nvPr/>
        </p:nvPicPr>
        <p:blipFill>
          <a:blip r:embed="rId2"/>
          <a:stretch>
            <a:fillRect/>
          </a:stretch>
        </p:blipFill>
        <p:spPr>
          <a:xfrm>
            <a:off x="6997959" y="1483567"/>
            <a:ext cx="4460033" cy="3172409"/>
          </a:xfrm>
          <a:prstGeom prst="rect">
            <a:avLst/>
          </a:prstGeom>
        </p:spPr>
      </p:pic>
    </p:spTree>
    <p:extLst>
      <p:ext uri="{BB962C8B-B14F-4D97-AF65-F5344CB8AC3E}">
        <p14:creationId xmlns:p14="http://schemas.microsoft.com/office/powerpoint/2010/main" xmlns="" val="3568622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20A206-DF17-979F-6CC2-76DF43339BBF}"/>
              </a:ext>
            </a:extLst>
          </p:cNvPr>
          <p:cNvSpPr>
            <a:spLocks noGrp="1"/>
          </p:cNvSpPr>
          <p:nvPr>
            <p:ph type="title"/>
          </p:nvPr>
        </p:nvSpPr>
        <p:spPr/>
        <p:txBody>
          <a:bodyPr/>
          <a:lstStyle/>
          <a:p>
            <a:r>
              <a:rPr lang="en-IN" dirty="0"/>
              <a:t>SEO and Keywords:</a:t>
            </a:r>
          </a:p>
        </p:txBody>
      </p:sp>
      <p:sp>
        <p:nvSpPr>
          <p:cNvPr id="3" name="Content Placeholder 2">
            <a:extLst>
              <a:ext uri="{FF2B5EF4-FFF2-40B4-BE49-F238E27FC236}">
                <a16:creationId xmlns:a16="http://schemas.microsoft.com/office/drawing/2014/main" xmlns="" id="{87C0EA94-41D5-BB28-5F41-AE31DBA44EB8}"/>
              </a:ext>
            </a:extLst>
          </p:cNvPr>
          <p:cNvSpPr>
            <a:spLocks noGrp="1"/>
          </p:cNvSpPr>
          <p:nvPr>
            <p:ph idx="1"/>
          </p:nvPr>
        </p:nvSpPr>
        <p:spPr/>
        <p:txBody>
          <a:bodyPr/>
          <a:lstStyle/>
          <a:p>
            <a:r>
              <a:rPr lang="en-IN" dirty="0"/>
              <a:t>These are specific targeted keyword of LIC company:</a:t>
            </a:r>
          </a:p>
          <a:p>
            <a:pPr lvl="1">
              <a:buFont typeface="Wingdings" panose="05000000000000000000" pitchFamily="2" charset="2"/>
              <a:buChar char="Ø"/>
            </a:pPr>
            <a:r>
              <a:rPr lang="en-IN" dirty="0" err="1"/>
              <a:t>Lic</a:t>
            </a:r>
            <a:r>
              <a:rPr lang="en-IN" dirty="0"/>
              <a:t> </a:t>
            </a:r>
            <a:r>
              <a:rPr lang="en-IN" dirty="0" err="1"/>
              <a:t>india</a:t>
            </a:r>
            <a:endParaRPr lang="en-IN" dirty="0"/>
          </a:p>
          <a:p>
            <a:pPr lvl="1">
              <a:buFont typeface="Wingdings" panose="05000000000000000000" pitchFamily="2" charset="2"/>
              <a:buChar char="Ø"/>
            </a:pPr>
            <a:r>
              <a:rPr lang="en-IN" dirty="0" err="1"/>
              <a:t>Lic</a:t>
            </a:r>
            <a:r>
              <a:rPr lang="en-IN" dirty="0"/>
              <a:t> login</a:t>
            </a:r>
          </a:p>
          <a:p>
            <a:pPr lvl="1">
              <a:buFont typeface="Wingdings" panose="05000000000000000000" pitchFamily="2" charset="2"/>
              <a:buChar char="Ø"/>
            </a:pPr>
            <a:r>
              <a:rPr lang="en-IN" dirty="0" err="1"/>
              <a:t>Lic</a:t>
            </a:r>
            <a:r>
              <a:rPr lang="en-IN" dirty="0"/>
              <a:t> of </a:t>
            </a:r>
            <a:r>
              <a:rPr lang="en-IN" dirty="0" err="1"/>
              <a:t>india</a:t>
            </a:r>
            <a:endParaRPr lang="en-IN" dirty="0"/>
          </a:p>
          <a:p>
            <a:pPr lvl="1">
              <a:buFont typeface="Wingdings" panose="05000000000000000000" pitchFamily="2" charset="2"/>
              <a:buChar char="Ø"/>
            </a:pPr>
            <a:r>
              <a:rPr lang="en-IN" dirty="0" err="1"/>
              <a:t>Lic</a:t>
            </a:r>
            <a:r>
              <a:rPr lang="en-IN" dirty="0"/>
              <a:t> online payment</a:t>
            </a:r>
          </a:p>
          <a:p>
            <a:pPr lvl="1">
              <a:buFont typeface="Wingdings" panose="05000000000000000000" pitchFamily="2" charset="2"/>
              <a:buChar char="Ø"/>
            </a:pPr>
            <a:r>
              <a:rPr lang="en-IN" dirty="0"/>
              <a:t>Scandals </a:t>
            </a:r>
            <a:r>
              <a:rPr lang="en-IN" dirty="0" err="1"/>
              <a:t>lic</a:t>
            </a:r>
            <a:endParaRPr lang="en-IN" dirty="0"/>
          </a:p>
          <a:p>
            <a:pPr lvl="1">
              <a:buFont typeface="Wingdings" panose="05000000000000000000" pitchFamily="2" charset="2"/>
              <a:buChar char="Ø"/>
            </a:pPr>
            <a:r>
              <a:rPr lang="en-IN" dirty="0" err="1"/>
              <a:t>Lic</a:t>
            </a:r>
            <a:r>
              <a:rPr lang="en-IN" dirty="0"/>
              <a:t> premium payment</a:t>
            </a:r>
          </a:p>
          <a:p>
            <a:pPr lvl="1">
              <a:buFont typeface="Wingdings" panose="05000000000000000000" pitchFamily="2" charset="2"/>
              <a:buChar char="Ø"/>
            </a:pPr>
            <a:r>
              <a:rPr lang="en-IN" dirty="0"/>
              <a:t>The cliffs </a:t>
            </a:r>
            <a:r>
              <a:rPr lang="en-IN" dirty="0" err="1"/>
              <a:t>lic</a:t>
            </a:r>
            <a:endParaRPr lang="en-IN" dirty="0"/>
          </a:p>
        </p:txBody>
      </p:sp>
      <p:sp>
        <p:nvSpPr>
          <p:cNvPr id="4" name="Date Placeholder 3">
            <a:extLst>
              <a:ext uri="{FF2B5EF4-FFF2-40B4-BE49-F238E27FC236}">
                <a16:creationId xmlns:a16="http://schemas.microsoft.com/office/drawing/2014/main" xmlns="" id="{6A49D620-928F-0247-85A8-6655026B7EFB}"/>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xmlns="" id="{ECE9615E-6CAC-6AF4-24AC-96B4D8A36A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4AC23FD2-C941-93FE-25A5-7754F7439D5E}"/>
              </a:ext>
            </a:extLst>
          </p:cNvPr>
          <p:cNvSpPr>
            <a:spLocks noGrp="1"/>
          </p:cNvSpPr>
          <p:nvPr>
            <p:ph type="sldNum" sz="quarter" idx="12"/>
          </p:nvPr>
        </p:nvSpPr>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xmlns="" val="1436811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431D5F-FF6D-F4FA-748D-4EFF32FC4D31}"/>
              </a:ext>
            </a:extLst>
          </p:cNvPr>
          <p:cNvSpPr>
            <a:spLocks noGrp="1"/>
          </p:cNvSpPr>
          <p:nvPr>
            <p:ph type="title"/>
          </p:nvPr>
        </p:nvSpPr>
        <p:spPr/>
        <p:txBody>
          <a:bodyPr/>
          <a:lstStyle/>
          <a:p>
            <a:r>
              <a:rPr lang="en-IN" dirty="0"/>
              <a:t>Digital promotion strategies:</a:t>
            </a:r>
          </a:p>
        </p:txBody>
      </p:sp>
      <p:sp>
        <p:nvSpPr>
          <p:cNvPr id="3" name="Content Placeholder 2">
            <a:extLst>
              <a:ext uri="{FF2B5EF4-FFF2-40B4-BE49-F238E27FC236}">
                <a16:creationId xmlns:a16="http://schemas.microsoft.com/office/drawing/2014/main" xmlns="" id="{F5A0A68A-3BD7-C6D8-D47C-DBBE0E83C131}"/>
              </a:ext>
            </a:extLst>
          </p:cNvPr>
          <p:cNvSpPr>
            <a:spLocks noGrp="1"/>
          </p:cNvSpPr>
          <p:nvPr>
            <p:ph idx="1"/>
          </p:nvPr>
        </p:nvSpPr>
        <p:spPr/>
        <p:txBody>
          <a:bodyPr>
            <a:normAutofit fontScale="92500" lnSpcReduction="10000"/>
          </a:bodyPr>
          <a:lstStyle/>
          <a:p>
            <a:r>
              <a:rPr lang="en-IN" dirty="0"/>
              <a:t>Content blogs:</a:t>
            </a:r>
          </a:p>
          <a:p>
            <a:pPr lvl="1">
              <a:buFont typeface="Wingdings" panose="05000000000000000000" pitchFamily="2" charset="2"/>
              <a:buChar char="§"/>
            </a:pPr>
            <a:r>
              <a:rPr lang="en-US" dirty="0"/>
              <a:t>Educational Content: Create a blog with articles about life insurance, financial planning, and related topics to educate customers.</a:t>
            </a:r>
          </a:p>
          <a:p>
            <a:r>
              <a:rPr lang="en-US" dirty="0"/>
              <a:t>Website</a:t>
            </a:r>
            <a:r>
              <a:rPr lang="en-IN" dirty="0"/>
              <a:t>:</a:t>
            </a:r>
          </a:p>
          <a:p>
            <a:pPr lvl="1">
              <a:buFont typeface="Wingdings" panose="05000000000000000000" pitchFamily="2" charset="2"/>
              <a:buChar char="§"/>
            </a:pPr>
            <a:r>
              <a:rPr lang="en-US" dirty="0"/>
              <a:t>User-Friendly Design: Ensure a responsive and easy-to-navigate website.</a:t>
            </a:r>
          </a:p>
          <a:p>
            <a:r>
              <a:rPr lang="en-US" dirty="0"/>
              <a:t>Digital platform:</a:t>
            </a:r>
          </a:p>
          <a:p>
            <a:pPr lvl="1">
              <a:buFont typeface="Wingdings" panose="05000000000000000000" pitchFamily="2" charset="2"/>
              <a:buChar char="§"/>
            </a:pPr>
            <a:r>
              <a:rPr lang="en-US" dirty="0"/>
              <a:t>Social Media: Maintain active profiles on platforms like Facebook, Twitter, and LinkedIn for customer engagement and updates.</a:t>
            </a:r>
          </a:p>
          <a:p>
            <a:r>
              <a:rPr lang="en-US" dirty="0"/>
              <a:t>Digital promotion strategies:</a:t>
            </a:r>
          </a:p>
          <a:p>
            <a:pPr lvl="1">
              <a:buFont typeface="Wingdings" panose="05000000000000000000" pitchFamily="2" charset="2"/>
              <a:buChar char="§"/>
            </a:pPr>
            <a:r>
              <a:rPr lang="en-US" dirty="0"/>
              <a:t>Analytics: Continuously monitor and analyze digital marketing efforts for optimization.</a:t>
            </a:r>
            <a:endParaRPr lang="en-IN" dirty="0"/>
          </a:p>
        </p:txBody>
      </p:sp>
      <p:sp>
        <p:nvSpPr>
          <p:cNvPr id="4" name="Date Placeholder 3">
            <a:extLst>
              <a:ext uri="{FF2B5EF4-FFF2-40B4-BE49-F238E27FC236}">
                <a16:creationId xmlns:a16="http://schemas.microsoft.com/office/drawing/2014/main" xmlns="" id="{BAE9ADAA-7638-5CD4-9A4F-DC5C516FAF7A}"/>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xmlns="" id="{6BA35304-ACF9-225E-2816-236E96AD41D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A9E4CCFB-7ADA-0C5B-CB89-867FF7491648}"/>
              </a:ext>
            </a:extLst>
          </p:cNvPr>
          <p:cNvSpPr>
            <a:spLocks noGrp="1"/>
          </p:cNvSpPr>
          <p:nvPr>
            <p:ph type="sldNum" sz="quarter" idx="12"/>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xmlns="" val="1094045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Brand study ,competitor analysis &amp; buyers persona:</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Research brand:</a:t>
            </a:r>
          </a:p>
          <a:p>
            <a:pPr lvl="1">
              <a:buFont typeface="Wingdings" pitchFamily="2" charset="2"/>
              <a:buChar char="Ø"/>
            </a:pPr>
            <a:r>
              <a:rPr lang="en-US" dirty="0" smtClean="0"/>
              <a:t> </a:t>
            </a:r>
            <a:r>
              <a:rPr lang="en-US" dirty="0" smtClean="0"/>
              <a:t> The </a:t>
            </a:r>
            <a:r>
              <a:rPr lang="en-US" dirty="0" smtClean="0"/>
              <a:t>Life Insurance Corporation of India (LIC) is a government-owned insurance and investment company in India. LIC is not typically associated with a "research brand" in the same way that universities, research institutions, or technology companies might have research arms or </a:t>
            </a:r>
            <a:r>
              <a:rPr lang="en-US" dirty="0" smtClean="0"/>
              <a:t>brands.</a:t>
            </a:r>
          </a:p>
          <a:p>
            <a:r>
              <a:rPr lang="en-US" dirty="0" smtClean="0"/>
              <a:t>Mission/Values:</a:t>
            </a:r>
            <a:endParaRPr lang="en-US" dirty="0" smtClean="0"/>
          </a:p>
          <a:p>
            <a:pPr lvl="1">
              <a:buFont typeface="Wingdings" pitchFamily="2" charset="2"/>
              <a:buChar char="Ø"/>
            </a:pPr>
            <a:r>
              <a:rPr lang="en-US" b="1" dirty="0" smtClean="0"/>
              <a:t>"</a:t>
            </a:r>
            <a:r>
              <a:rPr lang="en-US" dirty="0" smtClean="0"/>
              <a:t>Ensure and enhance the quality of life of people through financial security by providing products and services of aspired attributes with competitive returns, and by rendering resources for economic development.</a:t>
            </a:r>
            <a:r>
              <a:rPr lang="en-US" b="1" dirty="0" smtClean="0"/>
              <a:t>"</a:t>
            </a:r>
            <a:endParaRPr lang="en-US" dirty="0" smtClean="0"/>
          </a:p>
          <a:p>
            <a:r>
              <a:rPr lang="en-US" dirty="0" smtClean="0"/>
              <a:t>USP:</a:t>
            </a:r>
          </a:p>
          <a:p>
            <a:pPr lvl="1">
              <a:buFont typeface="Wingdings" pitchFamily="2" charset="2"/>
              <a:buChar char="Ø"/>
            </a:pPr>
            <a:r>
              <a:rPr lang="en-US" b="1" dirty="0" smtClean="0"/>
              <a:t>Pan-India Presence:</a:t>
            </a:r>
            <a:r>
              <a:rPr lang="en-US" dirty="0" smtClean="0"/>
              <a:t> LIC has an extensive network of branches and agents across the country. This widespread presence makes it accessible to customers in even remote areas of India.</a:t>
            </a:r>
            <a:br>
              <a:rPr lang="en-US" dirty="0" smtClean="0"/>
            </a:br>
            <a:endParaRPr lang="en-US" dirty="0" smtClean="0"/>
          </a:p>
        </p:txBody>
      </p:sp>
      <p:sp>
        <p:nvSpPr>
          <p:cNvPr id="6" name="Slide Number Placeholder 5"/>
          <p:cNvSpPr>
            <a:spLocks noGrp="1"/>
          </p:cNvSpPr>
          <p:nvPr>
            <p:ph type="sldNum" sz="quarter" idx="12"/>
          </p:nvPr>
        </p:nvSpPr>
        <p:spPr/>
        <p:txBody>
          <a:bodyPr/>
          <a:lstStyle/>
          <a:p>
            <a:fld id="{58FB4751-880F-D840-AAA9-3A15815CC996}"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err="1" smtClean="0"/>
              <a:t>Anaylze</a:t>
            </a:r>
            <a:r>
              <a:rPr lang="en-US" dirty="0" smtClean="0"/>
              <a:t> brand tone :</a:t>
            </a:r>
          </a:p>
          <a:p>
            <a:pPr marL="1371600" lvl="2" indent="-457200">
              <a:buFont typeface="Wingdings" pitchFamily="2" charset="2"/>
              <a:buChar char="q"/>
            </a:pPr>
            <a:r>
              <a:rPr lang="en-US" b="1" dirty="0" smtClean="0"/>
              <a:t>Traditional and Time-Tested:</a:t>
            </a:r>
            <a:r>
              <a:rPr lang="en-US" dirty="0" smtClean="0"/>
              <a:t> LIC's identity is rooted in tradition and longevity. This traditional approach communicates stability and </a:t>
            </a:r>
            <a:r>
              <a:rPr lang="en-US" dirty="0" smtClean="0"/>
              <a:t>reliability</a:t>
            </a:r>
          </a:p>
          <a:p>
            <a:pPr marL="457200" indent="-457200"/>
            <a:r>
              <a:rPr lang="en-US" dirty="0" smtClean="0"/>
              <a:t>Brand identity:</a:t>
            </a:r>
          </a:p>
          <a:p>
            <a:pPr lvl="2">
              <a:buFont typeface="Wingdings" pitchFamily="2" charset="2"/>
              <a:buChar char="q"/>
            </a:pPr>
            <a:r>
              <a:rPr lang="en-US" b="1" dirty="0" smtClean="0"/>
              <a:t>National Pride:</a:t>
            </a:r>
            <a:r>
              <a:rPr lang="en-US" dirty="0" smtClean="0"/>
              <a:t> LIC takes pride in being a government-owned company. Its brand identity reflects a sense of patriotism and a commitment to serving the </a:t>
            </a:r>
            <a:r>
              <a:rPr lang="en-US" dirty="0" smtClean="0"/>
              <a:t>nation</a:t>
            </a:r>
            <a:r>
              <a:rPr lang="en-US" dirty="0" smtClean="0"/>
              <a:t>.</a:t>
            </a:r>
          </a:p>
          <a:p>
            <a:pPr>
              <a:buNone/>
            </a:pPr>
            <a:r>
              <a:rPr lang="en-US" dirty="0" smtClean="0"/>
              <a:t/>
            </a:r>
            <a:br>
              <a:rPr lang="en-US" dirty="0" smtClean="0"/>
            </a:br>
            <a:endParaRPr lang="en-US" dirty="0"/>
          </a:p>
        </p:txBody>
      </p:sp>
      <p:sp>
        <p:nvSpPr>
          <p:cNvPr id="6" name="Slide Number Placeholder 5"/>
          <p:cNvSpPr>
            <a:spLocks noGrp="1"/>
          </p:cNvSpPr>
          <p:nvPr>
            <p:ph type="sldNum" sz="quarter" idx="12"/>
          </p:nvPr>
        </p:nvSpPr>
        <p:spPr/>
        <p:txBody>
          <a:bodyPr/>
          <a:lstStyle/>
          <a:p>
            <a:fld id="{58FB4751-880F-D840-AAA9-3A15815CC996}"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5 smart goals and KPIs of </a:t>
            </a:r>
            <a:r>
              <a:rPr lang="en-US" dirty="0" err="1" smtClean="0"/>
              <a:t>lic</a:t>
            </a:r>
            <a:r>
              <a:rPr lang="en-US" dirty="0" smtClean="0"/>
              <a:t> </a:t>
            </a:r>
            <a:r>
              <a:rPr lang="en-US" dirty="0" err="1" smtClean="0"/>
              <a:t>copmany</a:t>
            </a:r>
            <a:r>
              <a:rPr lang="en-US" dirty="0" smtClean="0"/>
              <a:t>:</a:t>
            </a:r>
            <a:endParaRPr lang="en-US" dirty="0"/>
          </a:p>
        </p:txBody>
      </p:sp>
      <p:pic>
        <p:nvPicPr>
          <p:cNvPr id="7" name="Content Placeholder 6" descr="smart goals of lic.jpg"/>
          <p:cNvPicPr>
            <a:picLocks noGrp="1" noChangeAspect="1"/>
          </p:cNvPicPr>
          <p:nvPr>
            <p:ph idx="1"/>
          </p:nvPr>
        </p:nvPicPr>
        <p:blipFill>
          <a:blip r:embed="rId2"/>
          <a:stretch>
            <a:fillRect/>
          </a:stretch>
        </p:blipFill>
        <p:spPr>
          <a:xfrm>
            <a:off x="2209800" y="2164556"/>
            <a:ext cx="6096000" cy="3048000"/>
          </a:xfrm>
        </p:spPr>
      </p:pic>
      <p:sp>
        <p:nvSpPr>
          <p:cNvPr id="6" name="Slide Number Placeholder 5"/>
          <p:cNvSpPr>
            <a:spLocks noGrp="1"/>
          </p:cNvSpPr>
          <p:nvPr>
            <p:ph type="sldNum" sz="quarter" idx="12"/>
          </p:nvPr>
        </p:nvSpPr>
        <p:spPr/>
        <p:txBody>
          <a:bodyPr/>
          <a:lstStyle/>
          <a:p>
            <a:fld id="{58FB4751-880F-D840-AAA9-3A15815CC996}"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Poster Design:</a:t>
            </a:r>
            <a:endParaRPr lang="en-US" dirty="0"/>
          </a:p>
        </p:txBody>
      </p:sp>
      <p:pic>
        <p:nvPicPr>
          <p:cNvPr id="7" name="Content Placeholder 6" descr="poster for lic 2.jpg"/>
          <p:cNvPicPr>
            <a:picLocks noGrp="1" noChangeAspect="1"/>
          </p:cNvPicPr>
          <p:nvPr>
            <p:ph idx="1"/>
          </p:nvPr>
        </p:nvPicPr>
        <p:blipFill>
          <a:blip r:embed="rId2"/>
          <a:stretch>
            <a:fillRect/>
          </a:stretch>
        </p:blipFill>
        <p:spPr>
          <a:xfrm>
            <a:off x="3644352" y="1598613"/>
            <a:ext cx="3226897" cy="4179887"/>
          </a:xfrm>
        </p:spPr>
      </p:pic>
      <p:sp>
        <p:nvSpPr>
          <p:cNvPr id="6" name="Slide Number Placeholder 5"/>
          <p:cNvSpPr>
            <a:spLocks noGrp="1"/>
          </p:cNvSpPr>
          <p:nvPr>
            <p:ph type="sldNum" sz="quarter" idx="12"/>
          </p:nvPr>
        </p:nvSpPr>
        <p:spPr/>
        <p:txBody>
          <a:bodyPr/>
          <a:lstStyle/>
          <a:p>
            <a:fld id="{58FB4751-880F-D840-AAA9-3A15815CC996}" type="slidenum">
              <a:rPr lang="en-US" smtClean="0"/>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 </a:t>
            </a:r>
            <a:r>
              <a:rPr lang="en-US" dirty="0" err="1" smtClean="0"/>
              <a:t>curation</a:t>
            </a:r>
            <a:r>
              <a:rPr lang="en-US" dirty="0" smtClean="0"/>
              <a:t> </a:t>
            </a:r>
            <a:endParaRPr lang="en-US" dirty="0"/>
          </a:p>
        </p:txBody>
      </p:sp>
      <p:sp>
        <p:nvSpPr>
          <p:cNvPr id="3" name="Content Placeholder 2"/>
          <p:cNvSpPr>
            <a:spLocks noGrp="1"/>
          </p:cNvSpPr>
          <p:nvPr>
            <p:ph idx="1"/>
          </p:nvPr>
        </p:nvSpPr>
        <p:spPr/>
        <p:txBody>
          <a:bodyPr/>
          <a:lstStyle/>
          <a:p>
            <a:pPr>
              <a:buNone/>
            </a:pPr>
            <a:r>
              <a:rPr lang="en-US" sz="3200" dirty="0" smtClean="0">
                <a:hlinkClick r:id="rId2"/>
              </a:rPr>
              <a:t>https</a:t>
            </a:r>
            <a:r>
              <a:rPr lang="en-US" sz="3200" dirty="0" smtClean="0">
                <a:hlinkClick r:id="rId2"/>
              </a:rPr>
              <a:t>://www.instagram.com/reel/ClDL7TZBQIl/?</a:t>
            </a:r>
            <a:r>
              <a:rPr lang="en-US" sz="3200" dirty="0" smtClean="0">
                <a:hlinkClick r:id="rId2"/>
              </a:rPr>
              <a:t>igshid=NjFhOGMzYTE3ZQ</a:t>
            </a:r>
            <a:r>
              <a:rPr lang="en-US" sz="3200" dirty="0" smtClean="0"/>
              <a:t>==</a:t>
            </a:r>
            <a:endParaRPr lang="en-US" sz="4400" dirty="0" smtClean="0"/>
          </a:p>
          <a:p>
            <a:endParaRPr lang="en-US" dirty="0" smtClean="0"/>
          </a:p>
        </p:txBody>
      </p:sp>
      <p:pic>
        <p:nvPicPr>
          <p:cNvPr id="8" name="Picture 7" descr="lic.jpg"/>
          <p:cNvPicPr>
            <a:picLocks noChangeAspect="1"/>
          </p:cNvPicPr>
          <p:nvPr/>
        </p:nvPicPr>
        <p:blipFill>
          <a:blip r:embed="rId3"/>
          <a:stretch>
            <a:fillRect/>
          </a:stretch>
        </p:blipFill>
        <p:spPr>
          <a:xfrm>
            <a:off x="6574961" y="2168648"/>
            <a:ext cx="2753678" cy="402993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7A6D9F-C491-38E4-2FB1-28BF30249494}"/>
              </a:ext>
            </a:extLst>
          </p:cNvPr>
          <p:cNvSpPr>
            <a:spLocks noGrp="1"/>
          </p:cNvSpPr>
          <p:nvPr>
            <p:ph type="title"/>
          </p:nvPr>
        </p:nvSpPr>
        <p:spPr/>
        <p:txBody>
          <a:bodyPr/>
          <a:lstStyle/>
          <a:p>
            <a:r>
              <a:rPr lang="en-IN" dirty="0"/>
              <a:t>Brand curation of LIC:</a:t>
            </a:r>
          </a:p>
        </p:txBody>
      </p:sp>
      <p:sp>
        <p:nvSpPr>
          <p:cNvPr id="3" name="Content Placeholder 2">
            <a:extLst>
              <a:ext uri="{FF2B5EF4-FFF2-40B4-BE49-F238E27FC236}">
                <a16:creationId xmlns:a16="http://schemas.microsoft.com/office/drawing/2014/main" xmlns="" id="{71C96475-5B2D-EE8F-19C8-149DA7580948}"/>
              </a:ext>
            </a:extLst>
          </p:cNvPr>
          <p:cNvSpPr>
            <a:spLocks noGrp="1"/>
          </p:cNvSpPr>
          <p:nvPr>
            <p:ph idx="1"/>
          </p:nvPr>
        </p:nvSpPr>
        <p:spPr/>
        <p:txBody>
          <a:bodyPr>
            <a:normAutofit fontScale="85000" lnSpcReduction="10000"/>
          </a:bodyPr>
          <a:lstStyle/>
          <a:p>
            <a:r>
              <a:rPr lang="en-US" dirty="0"/>
              <a:t>Approach: Showcase LIC's commitment to policyholders through various customer-centric initiatives and personalized services.</a:t>
            </a:r>
          </a:p>
          <a:p>
            <a:r>
              <a:rPr lang="en-US" dirty="0"/>
              <a:t>Product Portfolio: Highlight the diverse range of insurance and investment products offered by LIC, catering to different needs and preferences.</a:t>
            </a:r>
          </a:p>
          <a:p>
            <a:r>
              <a:rPr lang="en-US" dirty="0"/>
              <a:t>Financial Strength: Emphasize LIC's strong financial position and its ability to meet policyholder obligations.</a:t>
            </a:r>
          </a:p>
          <a:p>
            <a:r>
              <a:rPr lang="en-US" dirty="0"/>
              <a:t>Social Responsibility: Promote LIC's contributions to society, such as support for social causes and community development.</a:t>
            </a:r>
          </a:p>
          <a:p>
            <a:r>
              <a:rPr lang="en-US" dirty="0"/>
              <a:t>Digital Transformation: Showcase LIC's efforts in adopting digital technologies for customer convenience and operational efficiency.</a:t>
            </a:r>
          </a:p>
        </p:txBody>
      </p:sp>
      <p:sp>
        <p:nvSpPr>
          <p:cNvPr id="5" name="Footer Placeholder 4">
            <a:extLst>
              <a:ext uri="{FF2B5EF4-FFF2-40B4-BE49-F238E27FC236}">
                <a16:creationId xmlns:a16="http://schemas.microsoft.com/office/drawing/2014/main" xmlns="" id="{1FD6318C-8FAD-FC86-F4AD-F529D7C10DE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2DEA94C1-C25E-806B-7658-280D76539FC5}"/>
              </a:ext>
            </a:extLst>
          </p:cNvPr>
          <p:cNvSpPr>
            <a:spLocks noGrp="1"/>
          </p:cNvSpPr>
          <p:nvPr>
            <p:ph type="sldNum" sz="quarter" idx="12"/>
          </p:nvPr>
        </p:nvSpPr>
        <p:spPr/>
        <p:txBody>
          <a:bodyPr/>
          <a:lstStyle/>
          <a:p>
            <a:fld id="{58FB4751-880F-D840-AAA9-3A15815CC996}" type="slidenum">
              <a:rPr lang="en-US" smtClean="0"/>
              <a:pPr/>
              <a:t>17</a:t>
            </a:fld>
            <a:endParaRPr lang="en-US" dirty="0"/>
          </a:p>
        </p:txBody>
      </p:sp>
    </p:spTree>
    <p:extLst>
      <p:ext uri="{BB962C8B-B14F-4D97-AF65-F5344CB8AC3E}">
        <p14:creationId xmlns:p14="http://schemas.microsoft.com/office/powerpoint/2010/main" xmlns="" val="26687720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096D4E-8B4F-62B8-F551-56379B923E78}"/>
              </a:ext>
            </a:extLst>
          </p:cNvPr>
          <p:cNvSpPr>
            <a:spLocks noGrp="1"/>
          </p:cNvSpPr>
          <p:nvPr>
            <p:ph type="ctrTitle"/>
          </p:nvPr>
        </p:nvSpPr>
        <p:spPr>
          <a:xfrm>
            <a:off x="1524000" y="417443"/>
            <a:ext cx="9144000" cy="3140589"/>
          </a:xfrm>
        </p:spPr>
        <p:txBody>
          <a:bodyPr/>
          <a:lstStyle/>
          <a:p>
            <a:r>
              <a:rPr lang="en-US" dirty="0" smtClean="0"/>
              <a:t>Thank </a:t>
            </a:r>
            <a:r>
              <a:rPr lang="en-US" dirty="0"/>
              <a:t>you </a:t>
            </a:r>
          </a:p>
        </p:txBody>
      </p:sp>
    </p:spTree>
    <p:extLst>
      <p:ext uri="{BB962C8B-B14F-4D97-AF65-F5344CB8AC3E}">
        <p14:creationId xmlns:p14="http://schemas.microsoft.com/office/powerpoint/2010/main" xmlns="" val="2577936335"/>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rganic design_Win32_KB_V6" id="{0A75CF2D-5513-4203-B889-4E35922CAA18}" vid="{558CD83A-42C3-4B6E-BEA4-8AB2EDB7EE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C808716-392B-45C4-A28C-4D1FA08120D8}">
  <ds:schemaRefs>
    <ds:schemaRef ds:uri="http://schemas.microsoft.com/sharepoint/v3/contenttype/forms"/>
  </ds:schemaRefs>
</ds:datastoreItem>
</file>

<file path=customXml/itemProps2.xml><?xml version="1.0" encoding="utf-8"?>
<ds:datastoreItem xmlns:ds="http://schemas.openxmlformats.org/officeDocument/2006/customXml" ds:itemID="{F7045A1F-0CAB-4A4D-BBD1-9392B0D973D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BA7715FD-652A-4047-8371-A257197001F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{36E66497-C97D-4BF4-9DA5-AA61F112E186}tf11964407_win32</Template>
  <TotalTime>442</TotalTime>
  <Words>992</Words>
  <Application>Microsoft Office PowerPoint</Application>
  <PresentationFormat>Custom</PresentationFormat>
  <Paragraphs>107</Paragraphs>
  <Slides>18</Slides>
  <Notes>1</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Custom</vt:lpstr>
      <vt:lpstr>lIC</vt:lpstr>
      <vt:lpstr>Main theme of LIC</vt:lpstr>
      <vt:lpstr>Introduction</vt:lpstr>
      <vt:lpstr>Digital Marketing :</vt:lpstr>
      <vt:lpstr>Slide 5</vt:lpstr>
      <vt:lpstr>LIC Company</vt:lpstr>
      <vt:lpstr>Strategies of LIC Company:</vt:lpstr>
      <vt:lpstr>Brand strategy of LIC:</vt:lpstr>
      <vt:lpstr>Competitors for LIC company:</vt:lpstr>
      <vt:lpstr>SEO and Keywords:</vt:lpstr>
      <vt:lpstr>Digital promotion strategies:</vt:lpstr>
      <vt:lpstr>Brand study ,competitor analysis &amp; buyers persona:</vt:lpstr>
      <vt:lpstr>Slide 13</vt:lpstr>
      <vt:lpstr>5 smart goals and KPIs of lic copmany:</vt:lpstr>
      <vt:lpstr>Poster Design:</vt:lpstr>
      <vt:lpstr>Content curation </vt:lpstr>
      <vt:lpstr>Brand curation of LIC:</vt:lpstr>
      <vt:lpstr>Thank you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lIC</dc:title>
  <dc:creator>Srilekha Rangubothu</dc:creator>
  <cp:lastModifiedBy>KIRAN KUMAR</cp:lastModifiedBy>
  <cp:revision>13</cp:revision>
  <dcterms:created xsi:type="dcterms:W3CDTF">2023-10-11T14:15:24Z</dcterms:created>
  <dcterms:modified xsi:type="dcterms:W3CDTF">2023-10-13T08:20:19Z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